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62455025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62455025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962455025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962455025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96245502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96245502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962455025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962455025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96245502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96245502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962455025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962455025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962455025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962455025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62455025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62455025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62455025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62455025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962455025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962455025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962455025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962455025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962455025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962455025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962455025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962455025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62455025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962455025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62455025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962455025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962455025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962455025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962455025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962455025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962455025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962455025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962455025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962455025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onfluence.factory.eu.airbus.corp:8443/pages/viewpage.action?pageId=682360845#id-3_EnterpriseArchitectTechnicalDataModelModelisation(WIP)-HowtocreateanddeclareTa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nfluence.factory.eu.airbus.corp:8443/pages/viewpage.action?pageId=6823608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Enterprise Architect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Outil de modelisation pour le DataModel 3DX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Enterprise Architect</a:t>
            </a:r>
            <a:endParaRPr sz="24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Un outil de conception et de modélisation UML​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Edité par la société Australienne Sparx System​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Un des logiciel de conception modelisation les plus connus​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Logiciel commercial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escription de l'image EA reflection simulation.jpg.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600" y="2174600"/>
            <a:ext cx="5367750" cy="27280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505547" y="2295176"/>
            <a:ext cx="26172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de Datamodel 3DX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Package : Ensemble de personnalisations du Datamodel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Spécialisation : type d’objet “dérivant” d’un autre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Attribut : “Champs” pour ajouter des informations aux objets de la product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Deploiement Extension (DEXT) : pour ajouter des </a:t>
            </a:r>
            <a:r>
              <a:rPr lang="en"/>
              <a:t>Attributs </a:t>
            </a:r>
            <a:r>
              <a:rPr lang="en"/>
              <a:t>via </a:t>
            </a:r>
            <a:r>
              <a:rPr lang="en" u="sng"/>
              <a:t>code </a:t>
            </a:r>
            <a:r>
              <a:rPr lang="en"/>
              <a:t>à des objets </a:t>
            </a:r>
            <a:r>
              <a:rPr lang="en"/>
              <a:t>de la product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Customer Extension (CEXT) : </a:t>
            </a:r>
            <a:r>
              <a:rPr lang="en"/>
              <a:t>pour ajouter des Attributs via </a:t>
            </a:r>
            <a:r>
              <a:rPr lang="en" u="sng"/>
              <a:t>l’interface utilisateur </a:t>
            </a:r>
            <a:r>
              <a:rPr lang="en"/>
              <a:t>à des objets de la product structure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“Package”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“Package” au sens DataModel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 "Package"​ au sens Enterprise Architect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3 “Tags” dans Enterprise Architect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OnePLM:ModelerType</a:t>
            </a:r>
            <a:r>
              <a:rPr i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(Package Type)</a:t>
            </a:r>
            <a:r>
              <a:rPr b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Specialization or Deployment</a:t>
            </a:r>
            <a:endParaRPr sz="1400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OnePLM:UUID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Uuid 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récupéré de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metadata, 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ou le nouveau 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uuid généré si c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’est un nouveau 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Package</a:t>
            </a:r>
            <a:endParaRPr sz="1400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OnePLM:BU </a:t>
            </a:r>
            <a:r>
              <a:rPr i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(BU </a:t>
            </a:r>
            <a:r>
              <a:rPr i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concernée</a:t>
            </a:r>
            <a:r>
              <a:rPr i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b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ACA, EURODRONE, AH</a:t>
            </a:r>
            <a:endParaRPr sz="1400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796" y="3313621"/>
            <a:ext cx="2558200" cy="165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800" y="3000413"/>
            <a:ext cx="2857500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DEXT</a:t>
            </a:r>
            <a:endParaRPr sz="24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Les DEXT (Deploiement Extension) 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685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 "Package"​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1-n "Element" (type Enterprise Architect "Class", stereotype “3DX:DEXT”)​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Sur les "Element" : des "Tags" pour les propriétés​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OnePLM:AutomaticAdd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(True/False)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OnePLM:UUID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Uuid récupéré de metadata, ou le nouveau uuid généré si c’est un nouveau Package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OnePLM:BU</a:t>
            </a:r>
            <a:r>
              <a:rPr i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(BU concernée):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ACA, EURODRONE, AH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OnePLM:EIS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EIS du premier ajout de la Class (ex: EIS30_Caladan)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OnePLM:Deprecated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(True/False): When relevant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4327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Des "Attributs"​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Un "Scope" d'"Extension" via un lien "Association" 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DEXT : Capture d’écran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L’ajout d’un DEXT</a:t>
            </a:r>
            <a:endParaRPr b="1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777500"/>
            <a:ext cx="40671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125" y="1885206"/>
            <a:ext cx="4067175" cy="2683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DEXT : Capture d’écran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Les Tags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738" y="2571738"/>
            <a:ext cx="3495675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CEXT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Les CEXT (Customer Extension) 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 "Package"​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1-n "Element" (type Enterprise Architect "Class", stereotype “3DX:CEXT”)​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Sur les "Element" : des "Tags" pour les propriétés​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OnePLM:AutomaticAdd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(True/False)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OnePLM:UUID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Uuid récupéré de metadata, ou le nouveau uuid généré si c’est un nouveau Package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OnePLM:BU</a:t>
            </a:r>
            <a:r>
              <a:rPr i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(BU concernée):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ACA, EURODRONE, AH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OnePLM:EIS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EIS du premier ajout de la Class (ex: EIS30_Caladan)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OnePLM:Deprecated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(True/False): When relevant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Des "Attributs"​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Un "Scope" d'"Extension" via un lien "Association" </a:t>
            </a:r>
            <a:endParaRPr sz="2800"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CEXT : Capture d’écran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L’ajout d’un CEXT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6725"/>
            <a:ext cx="3985400" cy="25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8874" y="1679938"/>
            <a:ext cx="4308200" cy="28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CEXT : Capture d’écran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Les Tags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163" y="1933575"/>
            <a:ext cx="349567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Spécialisations</a:t>
            </a:r>
            <a:endParaRPr sz="2400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Les Spécialisations :​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 "Package"​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1-n "Element" (type "Class" stereotype 3DX:SPE)​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Sur les "Element" : des "Tags" pour les propriétés​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OnePLM:IconName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Nom du fichier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Icon PNG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OnePLM:UUID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Uuid récupéré de metadata, ou le nouveau uuid généré si c’est un nouveau Package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OnePLM:BU</a:t>
            </a:r>
            <a:r>
              <a:rPr i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(BU concernée):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ACA, EURODRONE, AH</a:t>
            </a:r>
            <a:endParaRPr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OnePLM:EIS</a:t>
            </a:r>
            <a:r>
              <a:rPr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EIS du premier ajout de la Class (ex: EIS30_Caladan)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400"/>
              <a:buFont typeface="Roboto"/>
              <a:buAutoNum type="romanLcPeriod"/>
            </a:pPr>
            <a:r>
              <a:rPr b="1"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OnePLM:Deprecated</a:t>
            </a:r>
            <a:r>
              <a:rPr lang="en" sz="140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(True/False): When relevant</a:t>
            </a:r>
            <a:endParaRPr sz="1400"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Des "Attributs"​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Une "Class" "Parent " via un lien "Generalization"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Spécialisations : Capture d’ecran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L’ajout d’une Specialisation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2435800"/>
            <a:ext cx="3373400" cy="21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4100" y="1501825"/>
            <a:ext cx="4648200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Spécialisations : Capture d’ecran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Les Tags :</a:t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8050" y="3625888"/>
            <a:ext cx="3524250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Attributs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Les Attributs :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00037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 DEXT ou 1 CEXT​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00037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1-n "Attributes" (type "Attributes" scope “Public”)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00037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8571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Sur les "Attributes" : des "Tags" pour les propriétés​​</a:t>
            </a:r>
            <a:endParaRPr sz="1400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OnePLM:BU (BU concernée):ACA, EURODRONE, AH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OnePLM:EIS: EIS du premier ajout de la Class (ex: EIS30_Caladan)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OnePLM:Type (String, Boolean, Integer, Double, Date)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OnePLM:UUID: Uuid récupéré de metadata, ou le nouveau uuid généré si c’est un nouveau Package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OnePLM:AuthorizedValues: List of Authorized values (Technical names) (when relevant)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OnePLM:Dimension (when relevant)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OnePLM:PreferredUnit (when relevant)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OnePLM:MaxLength (when relevant)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OnePLM:ResetOnVersioning (True/False)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OnePLM:ResetOnCloning (True/False)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OnePLM:Multivalue (True/False)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OnePLM:Multiline (True/False)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OnePLM:Indexation (True/False)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OnePLM:Exportable (True/False)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OnePLM:Access (None/Read/ReadWrite)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OnePLM:Deprecated (True/False): When relevant</a:t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416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ct val="100000"/>
              <a:buFont typeface="Roboto"/>
              <a:buAutoNum type="romanLcPeriod"/>
            </a:pP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6WTags (</a:t>
            </a: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#How to create and declare Tag</a:t>
            </a:r>
            <a:r>
              <a:rPr b="1" lang="en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t/>
            </a:r>
            <a:endParaRPr b="1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Attributs : Capture d’ecran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Les ajouts: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25" y="2073325"/>
            <a:ext cx="755332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Attributs : Capture d’ecran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Les Tags</a:t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813" y="1366013"/>
            <a:ext cx="3800475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56550"/>
            <a:ext cx="28575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6W Tag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Les 6W Tag:​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 "Folder" : AirbusTags, EurodroneTags ou AHTags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1-n "Element" (type "Class" stereotype 3DX:6W)​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Sur les "Elements" : des "Tags" pour les propriétés​​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95275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050"/>
              <a:buFont typeface="Roboto"/>
              <a:buAutoNum type="romanLcPeriod"/>
            </a:pPr>
            <a:r>
              <a:rPr b="1" lang="en" sz="105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OnePLM:6WProperty</a:t>
            </a:r>
            <a:r>
              <a:rPr lang="en" sz="105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(What/When/Who/Where/Why/hoW)</a:t>
            </a:r>
            <a:endParaRPr sz="1050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050"/>
              <a:buFont typeface="Roboto"/>
              <a:buAutoNum type="romanLcPeriod"/>
            </a:pPr>
            <a:r>
              <a:rPr b="1" lang="en" sz="105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OnePLM:6WRange</a:t>
            </a:r>
            <a:r>
              <a:rPr lang="en" sz="105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(String/Boolean/Date, ...)</a:t>
            </a:r>
            <a:endParaRPr sz="1050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2" marL="137160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050"/>
              <a:buFont typeface="Roboto"/>
              <a:buAutoNum type="romanLcPeriod"/>
            </a:pPr>
            <a:r>
              <a:rPr b="1" lang="en" sz="105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OnePLM:BU</a:t>
            </a:r>
            <a:r>
              <a:rPr i="1" lang="en" sz="105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(BU concernée)</a:t>
            </a:r>
            <a:r>
              <a:rPr b="1" lang="en" sz="105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050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ACA, EURODRONE, AH</a:t>
            </a:r>
            <a:endParaRPr sz="1050">
              <a:solidFill>
                <a:srgbClr val="172B4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A la fin, ajouter OnePLM:6WTag Tag à l’Attribut, avec : value = {6WTags_PackageName}:{6WTag_Name}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eriod"/>
            </a:pPr>
            <a:r>
              <a:rPr lang="en">
                <a:solidFill>
                  <a:schemeClr val="dk1"/>
                </a:solidFill>
                <a:highlight>
                  <a:srgbClr val="EDEBE9"/>
                </a:highlight>
                <a:latin typeface="Calibri"/>
                <a:ea typeface="Calibri"/>
                <a:cs typeface="Calibri"/>
                <a:sym typeface="Calibri"/>
              </a:rPr>
              <a:t>Par exemple: AirbusTags:FunctionalClass</a:t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EDEBE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6W Tag : Capture d’écran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L’ajout :</a:t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725" y="1279525"/>
            <a:ext cx="451485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EDEBE9"/>
                </a:highlight>
              </a:rPr>
              <a:t>Implémentation pour les 6W Tag : Capture d’écran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87575"/>
            <a:ext cx="28575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5775" y="2508688"/>
            <a:ext cx="28575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0463" y="1105988"/>
            <a:ext cx="231457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 plus d’informations</a:t>
            </a:r>
            <a:endParaRPr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Confluence : </a:t>
            </a:r>
            <a:r>
              <a:rPr lang="en" sz="2100" u="sng">
                <a:solidFill>
                  <a:srgbClr val="172B4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3_Enterprise Architect Technical Data Model Modelisation (WIP)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https://confluence.factory.eu.airbus.corp:8443/pages/viewpage.action?pageId=682360845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