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04" r:id="rId2"/>
    <p:sldId id="307" r:id="rId3"/>
    <p:sldId id="308" r:id="rId4"/>
    <p:sldId id="294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F10A97C-A57D-4C2B-AA96-A0C5F3A866BC}">
          <p14:sldIdLst>
            <p14:sldId id="304"/>
            <p14:sldId id="307"/>
            <p14:sldId id="308"/>
            <p14:sldId id="294"/>
          </p14:sldIdLst>
        </p14:section>
        <p14:section name="Section sans titre" id="{BDA59D32-794C-4ACE-90EB-07244922362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D3F"/>
    <a:srgbClr val="F30B5E"/>
    <a:srgbClr val="E7F5FF"/>
    <a:srgbClr val="D9EFFF"/>
    <a:srgbClr val="B6D2FA"/>
    <a:srgbClr val="F3FAFF"/>
    <a:srgbClr val="DAE9FF"/>
    <a:srgbClr val="D3E9FE"/>
    <a:srgbClr val="EBF6FF"/>
    <a:srgbClr val="D7E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459" autoAdjust="0"/>
  </p:normalViewPr>
  <p:slideViewPr>
    <p:cSldViewPr snapToGrid="0">
      <p:cViewPr>
        <p:scale>
          <a:sx n="68" d="100"/>
          <a:sy n="68" d="100"/>
        </p:scale>
        <p:origin x="1253" y="27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41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25CAA86-3B01-71C8-9EED-40A0BC233A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EE8BF6-CE0C-F845-206F-38C8E7F0AD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31566-CD16-47D4-AF21-C93BC725DDCF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297DEC-E6BD-0E09-5EF3-84130C0F82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7E9F3-B584-9C5D-C80D-883EE453B4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E8769-1458-45C7-8989-BA8907EBF1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409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C9431-26E2-4FB3-9252-661CB8980076}" type="datetimeFigureOut">
              <a:rPr lang="fr-FR" smtClean="0"/>
              <a:t>06/06/2024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F1015-264F-4F45-B2DD-40ABA8DF84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024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groupe text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>
            <a:extLst>
              <a:ext uri="{FF2B5EF4-FFF2-40B4-BE49-F238E27FC236}">
                <a16:creationId xmlns:a16="http://schemas.microsoft.com/office/drawing/2014/main" id="{CD20B9F8-A975-BA14-F172-7AFEEBA928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9424" y="4086225"/>
            <a:ext cx="11489538" cy="70513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de la présentation</a:t>
            </a:r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E0743B7C-6BD3-635B-C962-AD56978CC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198" y="1048983"/>
            <a:ext cx="2043603" cy="1464073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EEC8811-7913-AEBF-1EE6-DC3885A66D11}"/>
              </a:ext>
            </a:extLst>
          </p:cNvPr>
          <p:cNvCxnSpPr>
            <a:cxnSpLocks/>
          </p:cNvCxnSpPr>
          <p:nvPr userDrawn="1"/>
        </p:nvCxnSpPr>
        <p:spPr>
          <a:xfrm>
            <a:off x="5713093" y="3166657"/>
            <a:ext cx="72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34BA6EB-E5B3-1E58-0C12-8607BF796BCB}"/>
              </a:ext>
            </a:extLst>
          </p:cNvPr>
          <p:cNvCxnSpPr>
            <a:cxnSpLocks/>
          </p:cNvCxnSpPr>
          <p:nvPr userDrawn="1"/>
        </p:nvCxnSpPr>
        <p:spPr>
          <a:xfrm>
            <a:off x="5713093" y="3849104"/>
            <a:ext cx="72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BD119854-FE87-A556-6F40-52DBAA5A2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4472" y="4791075"/>
            <a:ext cx="5359854" cy="461963"/>
          </a:xfrm>
        </p:spPr>
        <p:txBody>
          <a:bodyPr/>
          <a:lstStyle>
            <a:lvl1pPr algn="ctr">
              <a:defRPr>
                <a:latin typeface="Lato italic" panose="020F050202020403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0291BA-F48D-7F13-9C98-1CFCAE522B23}"/>
              </a:ext>
            </a:extLst>
          </p:cNvPr>
          <p:cNvSpPr/>
          <p:nvPr userDrawn="1"/>
        </p:nvSpPr>
        <p:spPr>
          <a:xfrm>
            <a:off x="6631253" y="6549808"/>
            <a:ext cx="556074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76E0CC-1F77-0006-BC52-D7558DBF8137}"/>
              </a:ext>
            </a:extLst>
          </p:cNvPr>
          <p:cNvSpPr/>
          <p:nvPr userDrawn="1"/>
        </p:nvSpPr>
        <p:spPr>
          <a:xfrm>
            <a:off x="5828929" y="6505159"/>
            <a:ext cx="133812" cy="133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7CA544-E5AB-2626-92A5-4093A3E2BFCD}"/>
              </a:ext>
            </a:extLst>
          </p:cNvPr>
          <p:cNvSpPr/>
          <p:nvPr userDrawn="1"/>
        </p:nvSpPr>
        <p:spPr>
          <a:xfrm>
            <a:off x="6030331" y="6505157"/>
            <a:ext cx="133812" cy="133812"/>
          </a:xfrm>
          <a:prstGeom prst="rect">
            <a:avLst/>
          </a:prstGeom>
          <a:solidFill>
            <a:srgbClr val="38B5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A76AF6-F3D3-CB4C-AF81-ED2D96DAF9FA}"/>
              </a:ext>
            </a:extLst>
          </p:cNvPr>
          <p:cNvSpPr/>
          <p:nvPr userDrawn="1"/>
        </p:nvSpPr>
        <p:spPr>
          <a:xfrm>
            <a:off x="6433093" y="6505127"/>
            <a:ext cx="133812" cy="1338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25D919-B0FF-8C17-5BC3-C7EDA10F2A25}"/>
              </a:ext>
            </a:extLst>
          </p:cNvPr>
          <p:cNvSpPr/>
          <p:nvPr userDrawn="1"/>
        </p:nvSpPr>
        <p:spPr>
          <a:xfrm>
            <a:off x="5627527" y="6505127"/>
            <a:ext cx="133812" cy="13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C18762-EC2E-A4F3-EB56-F27ED351BFD6}"/>
              </a:ext>
            </a:extLst>
          </p:cNvPr>
          <p:cNvSpPr/>
          <p:nvPr userDrawn="1"/>
        </p:nvSpPr>
        <p:spPr>
          <a:xfrm>
            <a:off x="6230091" y="6505127"/>
            <a:ext cx="133812" cy="133812"/>
          </a:xfrm>
          <a:prstGeom prst="rect">
            <a:avLst/>
          </a:prstGeom>
          <a:solidFill>
            <a:srgbClr val="B253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8D41098-6544-3DA5-8715-ED011C1439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0160" y="2912533"/>
            <a:ext cx="11488802" cy="1173692"/>
          </a:xfrm>
        </p:spPr>
        <p:txBody>
          <a:bodyPr anchor="ctr">
            <a:normAutofit/>
          </a:bodyPr>
          <a:lstStyle>
            <a:lvl1pPr algn="ctr">
              <a:defRPr sz="3200">
                <a:latin typeface="+mj-lt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68064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groupe avec visu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DFAD4-6D31-5FCB-A15D-75DA95B12E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19493" y="3318007"/>
            <a:ext cx="5360266" cy="369332"/>
          </a:xfrm>
        </p:spPr>
        <p:txBody>
          <a:bodyPr anchor="ctr"/>
          <a:lstStyle>
            <a:lvl1pPr algn="ctr">
              <a:defRPr sz="2000"/>
            </a:lvl1pPr>
          </a:lstStyle>
          <a:p>
            <a:r>
              <a:rPr lang="fr-FR" dirty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E8853B3-2131-8F43-2EE1-E1A1CFBAD0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9493" y="4086225"/>
            <a:ext cx="5360266" cy="70513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de la présentation</a:t>
            </a:r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45312690-5280-EECC-FE80-6AF9C3E64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631" y="1048983"/>
            <a:ext cx="2043603" cy="146407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235FB7E-7D9E-C3B1-BEC9-56A89587A271}"/>
              </a:ext>
            </a:extLst>
          </p:cNvPr>
          <p:cNvSpPr/>
          <p:nvPr userDrawn="1"/>
        </p:nvSpPr>
        <p:spPr>
          <a:xfrm>
            <a:off x="3256687" y="6549808"/>
            <a:ext cx="893531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0DFA1ED-BACF-4A12-D456-79DC2BDF68DB}"/>
              </a:ext>
            </a:extLst>
          </p:cNvPr>
          <p:cNvCxnSpPr>
            <a:cxnSpLocks/>
          </p:cNvCxnSpPr>
          <p:nvPr userDrawn="1"/>
        </p:nvCxnSpPr>
        <p:spPr>
          <a:xfrm>
            <a:off x="2338526" y="3166657"/>
            <a:ext cx="72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5B64DB3-F54A-CCAD-CE2D-B9048D577238}"/>
              </a:ext>
            </a:extLst>
          </p:cNvPr>
          <p:cNvCxnSpPr>
            <a:cxnSpLocks/>
          </p:cNvCxnSpPr>
          <p:nvPr userDrawn="1"/>
        </p:nvCxnSpPr>
        <p:spPr>
          <a:xfrm>
            <a:off x="2338526" y="3849104"/>
            <a:ext cx="72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02C223B1-7881-091A-917E-D6F7419853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14963" y="0"/>
            <a:ext cx="6777037" cy="6858000"/>
          </a:xfrm>
          <a:blipFill dpi="0" rotWithShape="1">
            <a:blip r:embed="rId3"/>
            <a:srcRect/>
            <a:tile tx="-19050" ty="0" sx="69000" sy="69000" flip="none" algn="tl"/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0A65599-E344-58B3-B6ED-9716DABA57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19905" y="4791075"/>
            <a:ext cx="5359854" cy="461963"/>
          </a:xfrm>
        </p:spPr>
        <p:txBody>
          <a:bodyPr/>
          <a:lstStyle>
            <a:lvl1pPr algn="ctr">
              <a:defRPr>
                <a:latin typeface="Lato italic" panose="020F0502020204030203" pitchFamily="34" charset="0"/>
              </a:defRPr>
            </a:lvl1pPr>
            <a:lvl5pPr>
              <a:defRPr/>
            </a:lvl5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688648-4188-5227-4A19-A740894F95CC}"/>
              </a:ext>
            </a:extLst>
          </p:cNvPr>
          <p:cNvSpPr/>
          <p:nvPr userDrawn="1"/>
        </p:nvSpPr>
        <p:spPr>
          <a:xfrm>
            <a:off x="2454362" y="6507389"/>
            <a:ext cx="133812" cy="133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628B0-E074-8801-2610-26AE77F9EAA1}"/>
              </a:ext>
            </a:extLst>
          </p:cNvPr>
          <p:cNvSpPr/>
          <p:nvPr userDrawn="1"/>
        </p:nvSpPr>
        <p:spPr>
          <a:xfrm>
            <a:off x="2655764" y="6507387"/>
            <a:ext cx="133812" cy="133812"/>
          </a:xfrm>
          <a:prstGeom prst="rect">
            <a:avLst/>
          </a:prstGeom>
          <a:solidFill>
            <a:srgbClr val="38B5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ECAB35-C56E-D9C3-182F-EB20F83B04AD}"/>
              </a:ext>
            </a:extLst>
          </p:cNvPr>
          <p:cNvSpPr/>
          <p:nvPr userDrawn="1"/>
        </p:nvSpPr>
        <p:spPr>
          <a:xfrm>
            <a:off x="3058526" y="6507357"/>
            <a:ext cx="133812" cy="1338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1B20EF-9A14-002A-FF8F-8EC853DE94A7}"/>
              </a:ext>
            </a:extLst>
          </p:cNvPr>
          <p:cNvSpPr/>
          <p:nvPr userDrawn="1"/>
        </p:nvSpPr>
        <p:spPr>
          <a:xfrm>
            <a:off x="2252960" y="6507357"/>
            <a:ext cx="133812" cy="13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C67F71-2298-E81E-3840-F862A96E496D}"/>
              </a:ext>
            </a:extLst>
          </p:cNvPr>
          <p:cNvSpPr/>
          <p:nvPr userDrawn="1"/>
        </p:nvSpPr>
        <p:spPr>
          <a:xfrm>
            <a:off x="2855524" y="6507357"/>
            <a:ext cx="133812" cy="133812"/>
          </a:xfrm>
          <a:prstGeom prst="rect">
            <a:avLst/>
          </a:prstGeom>
          <a:solidFill>
            <a:srgbClr val="B253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</p:spTree>
    <p:extLst>
      <p:ext uri="{BB962C8B-B14F-4D97-AF65-F5344CB8AC3E}">
        <p14:creationId xmlns:p14="http://schemas.microsoft.com/office/powerpoint/2010/main" val="159855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" grpId="0" animBg="1"/>
      <p:bldP spid="7" grpId="0" animBg="1"/>
      <p:bldP spid="9" grpId="0" animBg="1"/>
      <p:bldP spid="10" grpId="0" animBg="1"/>
      <p:bldP spid="13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3">
            <a:extLst>
              <a:ext uri="{FF2B5EF4-FFF2-40B4-BE49-F238E27FC236}">
                <a16:creationId xmlns:a16="http://schemas.microsoft.com/office/drawing/2014/main" id="{314874F1-FE53-E875-AFAB-5E5DA80F8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180" y="628556"/>
            <a:ext cx="4508857" cy="369332"/>
          </a:xfrm>
        </p:spPr>
        <p:txBody>
          <a:bodyPr/>
          <a:lstStyle>
            <a:lvl1pPr algn="l">
              <a:tabLst>
                <a:tab pos="4486275" algn="l"/>
              </a:tabLst>
              <a:defRPr sz="2000"/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437565-A623-2EE6-3337-5AC7B1618283}"/>
              </a:ext>
            </a:extLst>
          </p:cNvPr>
          <p:cNvSpPr/>
          <p:nvPr userDrawn="1"/>
        </p:nvSpPr>
        <p:spPr>
          <a:xfrm>
            <a:off x="-3081" y="6549808"/>
            <a:ext cx="5561083" cy="470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aseline="-25000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6434A9-2897-B192-4764-2BFC865CB863}"/>
              </a:ext>
            </a:extLst>
          </p:cNvPr>
          <p:cNvSpPr/>
          <p:nvPr userDrawn="1"/>
        </p:nvSpPr>
        <p:spPr>
          <a:xfrm>
            <a:off x="6633999" y="6549808"/>
            <a:ext cx="4161823" cy="470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-25000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0D5648D-9A2C-6CF0-B0FA-AAF9263397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07276" y="1335610"/>
            <a:ext cx="1417637" cy="397576"/>
          </a:xfrm>
          <a:ln>
            <a:noFill/>
          </a:ln>
        </p:spPr>
        <p:txBody>
          <a:bodyPr>
            <a:normAutofit/>
          </a:bodyPr>
          <a:lstStyle>
            <a:lvl1pPr algn="ctr">
              <a:defRPr sz="2000" b="0" strike="noStrike">
                <a:solidFill>
                  <a:srgbClr val="9D9D9D"/>
                </a:solidFill>
                <a:effectLst/>
                <a:latin typeface="+mj-lt"/>
              </a:defRPr>
            </a:lvl1pPr>
          </a:lstStyle>
          <a:p>
            <a:pPr lvl="0"/>
            <a:r>
              <a:rPr lang="fr-FR" dirty="0"/>
              <a:t>1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E8438950-6E5A-1182-BE09-248DAB6FE4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9838" y="1733186"/>
            <a:ext cx="4412511" cy="669925"/>
          </a:xfrm>
        </p:spPr>
        <p:txBody>
          <a:bodyPr>
            <a:normAutofit/>
          </a:bodyPr>
          <a:lstStyle>
            <a:lvl1pPr algn="ctr">
              <a:defRPr sz="2000">
                <a:latin typeface="+mj-lt"/>
              </a:defRPr>
            </a:lvl1pPr>
          </a:lstStyle>
          <a:p>
            <a:pPr lvl="0"/>
            <a:r>
              <a:rPr lang="fr-FR" dirty="0"/>
              <a:t>TITRE DU CHAPITRE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79B5C1A7-9B9E-C5B5-85A5-0F9BA0A3DF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07276" y="2800687"/>
            <a:ext cx="1417637" cy="397576"/>
          </a:xfrm>
        </p:spPr>
        <p:txBody>
          <a:bodyPr>
            <a:normAutofit/>
          </a:bodyPr>
          <a:lstStyle>
            <a:lvl1pPr algn="ctr">
              <a:defRPr sz="2000">
                <a:solidFill>
                  <a:srgbClr val="9D9D9D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2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2D3FD409-9D6A-FA87-C130-6036BEC4B5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9839" y="3198263"/>
            <a:ext cx="4412511" cy="669925"/>
          </a:xfrm>
        </p:spPr>
        <p:txBody>
          <a:bodyPr>
            <a:normAutofit/>
          </a:bodyPr>
          <a:lstStyle>
            <a:lvl1pPr algn="ctr">
              <a:defRPr sz="2000">
                <a:latin typeface="+mj-lt"/>
              </a:defRPr>
            </a:lvl1pPr>
          </a:lstStyle>
          <a:p>
            <a:pPr lvl="0"/>
            <a:r>
              <a:rPr lang="fr-FR" dirty="0"/>
              <a:t>TITRE DU CHAPITRE</a:t>
            </a:r>
          </a:p>
        </p:txBody>
      </p:sp>
      <p:sp>
        <p:nvSpPr>
          <p:cNvPr id="19" name="Espace réservé du texte 12">
            <a:extLst>
              <a:ext uri="{FF2B5EF4-FFF2-40B4-BE49-F238E27FC236}">
                <a16:creationId xmlns:a16="http://schemas.microsoft.com/office/drawing/2014/main" id="{6611DCF3-9966-1D2C-C790-E26C5DD710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7276" y="4265764"/>
            <a:ext cx="1417637" cy="397576"/>
          </a:xfrm>
        </p:spPr>
        <p:txBody>
          <a:bodyPr>
            <a:normAutofit/>
          </a:bodyPr>
          <a:lstStyle>
            <a:lvl1pPr algn="ctr">
              <a:defRPr sz="2000">
                <a:solidFill>
                  <a:srgbClr val="9D9D9D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3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E426D038-530C-493E-B12D-D95186084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9839" y="4663340"/>
            <a:ext cx="4412511" cy="669925"/>
          </a:xfrm>
        </p:spPr>
        <p:txBody>
          <a:bodyPr>
            <a:normAutofit/>
          </a:bodyPr>
          <a:lstStyle>
            <a:lvl1pPr algn="ctr">
              <a:defRPr sz="2000">
                <a:latin typeface="+mj-lt"/>
              </a:defRPr>
            </a:lvl1pPr>
          </a:lstStyle>
          <a:p>
            <a:pPr lvl="0"/>
            <a:r>
              <a:rPr lang="fr-FR" dirty="0"/>
              <a:t>TITRE DU CHAPITRE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CA0F3BC1-89AE-9246-5595-8D7560F79E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7088" y="1335610"/>
            <a:ext cx="1417637" cy="397576"/>
          </a:xfrm>
        </p:spPr>
        <p:txBody>
          <a:bodyPr>
            <a:normAutofit/>
          </a:bodyPr>
          <a:lstStyle>
            <a:lvl1pPr algn="ctr">
              <a:defRPr sz="2000">
                <a:solidFill>
                  <a:srgbClr val="9D9D9D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4</a:t>
            </a:r>
          </a:p>
        </p:txBody>
      </p:sp>
      <p:sp>
        <p:nvSpPr>
          <p:cNvPr id="22" name="Espace réservé du texte 15">
            <a:extLst>
              <a:ext uri="{FF2B5EF4-FFF2-40B4-BE49-F238E27FC236}">
                <a16:creationId xmlns:a16="http://schemas.microsoft.com/office/drawing/2014/main" id="{D71554B9-3114-998C-79AE-9E3D8FB9F8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69651" y="1733186"/>
            <a:ext cx="4412511" cy="669925"/>
          </a:xfrm>
        </p:spPr>
        <p:txBody>
          <a:bodyPr>
            <a:normAutofit/>
          </a:bodyPr>
          <a:lstStyle>
            <a:lvl1pPr algn="ctr">
              <a:defRPr sz="2000">
                <a:latin typeface="+mj-lt"/>
              </a:defRPr>
            </a:lvl1pPr>
          </a:lstStyle>
          <a:p>
            <a:pPr lvl="0"/>
            <a:r>
              <a:rPr lang="fr-FR" dirty="0"/>
              <a:t>TITRE DU CHAPITRE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21946D4E-0785-6DCE-2996-41E148A770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7088" y="2800687"/>
            <a:ext cx="1417637" cy="397576"/>
          </a:xfrm>
        </p:spPr>
        <p:txBody>
          <a:bodyPr>
            <a:normAutofit/>
          </a:bodyPr>
          <a:lstStyle>
            <a:lvl1pPr algn="ctr">
              <a:defRPr sz="2000">
                <a:solidFill>
                  <a:srgbClr val="9D9D9D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5</a:t>
            </a:r>
          </a:p>
        </p:txBody>
      </p:sp>
      <p:sp>
        <p:nvSpPr>
          <p:cNvPr id="24" name="Espace réservé du texte 15">
            <a:extLst>
              <a:ext uri="{FF2B5EF4-FFF2-40B4-BE49-F238E27FC236}">
                <a16:creationId xmlns:a16="http://schemas.microsoft.com/office/drawing/2014/main" id="{DE3BDA44-1BBA-C188-1EB7-27C98D05C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69651" y="3198263"/>
            <a:ext cx="4412511" cy="669925"/>
          </a:xfrm>
        </p:spPr>
        <p:txBody>
          <a:bodyPr>
            <a:normAutofit/>
          </a:bodyPr>
          <a:lstStyle>
            <a:lvl1pPr algn="ctr">
              <a:defRPr sz="2000">
                <a:latin typeface="+mj-lt"/>
              </a:defRPr>
            </a:lvl1pPr>
          </a:lstStyle>
          <a:p>
            <a:pPr lvl="0"/>
            <a:r>
              <a:rPr lang="fr-FR" dirty="0"/>
              <a:t>TITRE DU CHAPITRE</a:t>
            </a:r>
          </a:p>
        </p:txBody>
      </p:sp>
      <p:sp>
        <p:nvSpPr>
          <p:cNvPr id="25" name="Espace réservé du texte 12">
            <a:extLst>
              <a:ext uri="{FF2B5EF4-FFF2-40B4-BE49-F238E27FC236}">
                <a16:creationId xmlns:a16="http://schemas.microsoft.com/office/drawing/2014/main" id="{862BF88C-60E8-6BE6-DAB1-A0B294A892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7088" y="4265764"/>
            <a:ext cx="1417637" cy="397576"/>
          </a:xfrm>
        </p:spPr>
        <p:txBody>
          <a:bodyPr>
            <a:normAutofit/>
          </a:bodyPr>
          <a:lstStyle>
            <a:lvl1pPr algn="ctr">
              <a:defRPr sz="2000">
                <a:solidFill>
                  <a:srgbClr val="9D9D9D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6</a:t>
            </a:r>
          </a:p>
        </p:txBody>
      </p:sp>
      <p:sp>
        <p:nvSpPr>
          <p:cNvPr id="26" name="Espace réservé du texte 15">
            <a:extLst>
              <a:ext uri="{FF2B5EF4-FFF2-40B4-BE49-F238E27FC236}">
                <a16:creationId xmlns:a16="http://schemas.microsoft.com/office/drawing/2014/main" id="{A2693CEE-3F48-9D3A-BB54-C973663829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69651" y="4663340"/>
            <a:ext cx="4412511" cy="669925"/>
          </a:xfrm>
        </p:spPr>
        <p:txBody>
          <a:bodyPr>
            <a:normAutofit/>
          </a:bodyPr>
          <a:lstStyle>
            <a:lvl1pPr algn="ctr">
              <a:defRPr sz="2000">
                <a:latin typeface="+mj-lt"/>
              </a:defRPr>
            </a:lvl1pPr>
          </a:lstStyle>
          <a:p>
            <a:pPr lvl="0"/>
            <a:r>
              <a:rPr lang="fr-FR" dirty="0"/>
              <a:t>TITRE DU CHAPITRE</a:t>
            </a:r>
          </a:p>
        </p:txBody>
      </p:sp>
      <p:pic>
        <p:nvPicPr>
          <p:cNvPr id="2" name="Image 1" descr="Une image contenant Graphique, Police, graphisme, noir et blanc&#10;&#10;Description générée automatiquement">
            <a:extLst>
              <a:ext uri="{FF2B5EF4-FFF2-40B4-BE49-F238E27FC236}">
                <a16:creationId xmlns:a16="http://schemas.microsoft.com/office/drawing/2014/main" id="{85F62B6A-BF7F-2FAE-AAFB-F123484B81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824" y="6252264"/>
            <a:ext cx="950802" cy="3895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C30AA8-DFE7-B73A-38F0-4662AB23D2D2}"/>
              </a:ext>
            </a:extLst>
          </p:cNvPr>
          <p:cNvSpPr/>
          <p:nvPr userDrawn="1"/>
        </p:nvSpPr>
        <p:spPr>
          <a:xfrm>
            <a:off x="5828929" y="6505159"/>
            <a:ext cx="133812" cy="133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761735-2EA9-64C3-8BF9-9BD9EB63EB7F}"/>
              </a:ext>
            </a:extLst>
          </p:cNvPr>
          <p:cNvSpPr/>
          <p:nvPr userDrawn="1"/>
        </p:nvSpPr>
        <p:spPr>
          <a:xfrm>
            <a:off x="6030331" y="6505157"/>
            <a:ext cx="133812" cy="133812"/>
          </a:xfrm>
          <a:prstGeom prst="rect">
            <a:avLst/>
          </a:prstGeom>
          <a:solidFill>
            <a:srgbClr val="38B5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44E493-99D0-08A4-CF94-C16AF8C20164}"/>
              </a:ext>
            </a:extLst>
          </p:cNvPr>
          <p:cNvSpPr/>
          <p:nvPr userDrawn="1"/>
        </p:nvSpPr>
        <p:spPr>
          <a:xfrm>
            <a:off x="6433093" y="6505127"/>
            <a:ext cx="133812" cy="1338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F4E254-9CAB-F60E-7C20-B994E63E2D64}"/>
              </a:ext>
            </a:extLst>
          </p:cNvPr>
          <p:cNvSpPr/>
          <p:nvPr userDrawn="1"/>
        </p:nvSpPr>
        <p:spPr>
          <a:xfrm>
            <a:off x="5627527" y="6505127"/>
            <a:ext cx="133812" cy="13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B23EA6-BD59-2F39-9845-34D17D63B39A}"/>
              </a:ext>
            </a:extLst>
          </p:cNvPr>
          <p:cNvSpPr/>
          <p:nvPr userDrawn="1"/>
        </p:nvSpPr>
        <p:spPr>
          <a:xfrm>
            <a:off x="6230091" y="6505127"/>
            <a:ext cx="133812" cy="133812"/>
          </a:xfrm>
          <a:prstGeom prst="rect">
            <a:avLst/>
          </a:prstGeom>
          <a:solidFill>
            <a:srgbClr val="B253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</p:spTree>
    <p:extLst>
      <p:ext uri="{BB962C8B-B14F-4D97-AF65-F5344CB8AC3E}">
        <p14:creationId xmlns:p14="http://schemas.microsoft.com/office/powerpoint/2010/main" val="377441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8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8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8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8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8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8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8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8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8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8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8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8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8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animBg="1"/>
      <p:bldP spid="12" grpId="0" animBg="1"/>
      <p:bldP spid="14" grpId="0" animBg="1"/>
      <p:bldP spid="15" grpId="0" animBg="1"/>
      <p:bldP spid="27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ée de chapitre text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2ABDF3-ED94-2383-1B4B-FB658F311A21}"/>
              </a:ext>
            </a:extLst>
          </p:cNvPr>
          <p:cNvSpPr/>
          <p:nvPr userDrawn="1"/>
        </p:nvSpPr>
        <p:spPr>
          <a:xfrm>
            <a:off x="-3081" y="6549808"/>
            <a:ext cx="5561083" cy="470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aseline="-25000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73C25-B928-95BC-FD0A-26463CA6A485}"/>
              </a:ext>
            </a:extLst>
          </p:cNvPr>
          <p:cNvSpPr/>
          <p:nvPr userDrawn="1"/>
        </p:nvSpPr>
        <p:spPr>
          <a:xfrm>
            <a:off x="6633999" y="6549808"/>
            <a:ext cx="4161823" cy="470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-2500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04A97AC-E4ED-A1B0-BB79-77582C5EE24E}"/>
              </a:ext>
            </a:extLst>
          </p:cNvPr>
          <p:cNvCxnSpPr>
            <a:cxnSpLocks/>
          </p:cNvCxnSpPr>
          <p:nvPr userDrawn="1"/>
        </p:nvCxnSpPr>
        <p:spPr>
          <a:xfrm>
            <a:off x="5293508" y="3718015"/>
            <a:ext cx="16049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0790228E-A125-5FD1-60D1-E44D26C054E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71169" y="2720339"/>
            <a:ext cx="3649662" cy="390919"/>
          </a:xfrm>
        </p:spPr>
        <p:txBody>
          <a:bodyPr/>
          <a:lstStyle>
            <a:lvl1pPr algn="ctr">
              <a:defRPr>
                <a:latin typeface="+mj-lt"/>
              </a:defRPr>
            </a:lvl1pPr>
          </a:lstStyle>
          <a:p>
            <a:pPr lvl="0"/>
            <a:r>
              <a:rPr lang="fr-FR" dirty="0"/>
              <a:t>Chapitre 1</a:t>
            </a:r>
          </a:p>
        </p:txBody>
      </p:sp>
      <p:pic>
        <p:nvPicPr>
          <p:cNvPr id="13" name="Image 12" descr="Une image contenant Graphique, Police, graphisme, noir et blanc&#10;&#10;Description générée automatiquement">
            <a:extLst>
              <a:ext uri="{FF2B5EF4-FFF2-40B4-BE49-F238E27FC236}">
                <a16:creationId xmlns:a16="http://schemas.microsoft.com/office/drawing/2014/main" id="{88F39DB5-ABDE-9388-54D0-386E02F358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824" y="6252264"/>
            <a:ext cx="950802" cy="389520"/>
          </a:xfrm>
          <a:prstGeom prst="rect">
            <a:avLst/>
          </a:prstGeom>
        </p:spPr>
      </p:pic>
      <p:sp>
        <p:nvSpPr>
          <p:cNvPr id="2" name="Titre 3">
            <a:extLst>
              <a:ext uri="{FF2B5EF4-FFF2-40B4-BE49-F238E27FC236}">
                <a16:creationId xmlns:a16="http://schemas.microsoft.com/office/drawing/2014/main" id="{9E8B33C8-1229-B0E8-007E-797D713F43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2" y="3107124"/>
            <a:ext cx="11268076" cy="535531"/>
          </a:xfrm>
        </p:spPr>
        <p:txBody>
          <a:bodyPr/>
          <a:lstStyle>
            <a:lvl1pPr algn="ctr">
              <a:tabLst>
                <a:tab pos="4486275" algn="l"/>
              </a:tabLst>
              <a:defRPr sz="3200"/>
            </a:lvl1pPr>
          </a:lstStyle>
          <a:p>
            <a:r>
              <a:rPr lang="fr-FR" dirty="0"/>
              <a:t>TITRE DU CHAPITRE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1FBAEFEE-621B-1CE7-D249-451ECB5D685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61963" y="3785489"/>
            <a:ext cx="11268076" cy="3984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du chapitre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8255DE-2D1C-3EE5-44D6-E41B8E768202}"/>
              </a:ext>
            </a:extLst>
          </p:cNvPr>
          <p:cNvSpPr/>
          <p:nvPr userDrawn="1"/>
        </p:nvSpPr>
        <p:spPr>
          <a:xfrm>
            <a:off x="5828929" y="6505159"/>
            <a:ext cx="133812" cy="133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5F0C6F-4878-0215-C312-2659AE3AE9AD}"/>
              </a:ext>
            </a:extLst>
          </p:cNvPr>
          <p:cNvSpPr/>
          <p:nvPr userDrawn="1"/>
        </p:nvSpPr>
        <p:spPr>
          <a:xfrm>
            <a:off x="6030331" y="6505157"/>
            <a:ext cx="133812" cy="133812"/>
          </a:xfrm>
          <a:prstGeom prst="rect">
            <a:avLst/>
          </a:prstGeom>
          <a:solidFill>
            <a:srgbClr val="38B5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B0CA19-877A-E420-3E49-C072820BEDCB}"/>
              </a:ext>
            </a:extLst>
          </p:cNvPr>
          <p:cNvSpPr/>
          <p:nvPr userDrawn="1"/>
        </p:nvSpPr>
        <p:spPr>
          <a:xfrm>
            <a:off x="6433093" y="6505127"/>
            <a:ext cx="133812" cy="1338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485F6B-4FC7-828A-7C26-009D133423D3}"/>
              </a:ext>
            </a:extLst>
          </p:cNvPr>
          <p:cNvSpPr/>
          <p:nvPr userDrawn="1"/>
        </p:nvSpPr>
        <p:spPr>
          <a:xfrm>
            <a:off x="5627527" y="6505127"/>
            <a:ext cx="133812" cy="13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966C82-185C-0E7F-C5A9-26F390AB8271}"/>
              </a:ext>
            </a:extLst>
          </p:cNvPr>
          <p:cNvSpPr/>
          <p:nvPr userDrawn="1"/>
        </p:nvSpPr>
        <p:spPr>
          <a:xfrm>
            <a:off x="6230091" y="6505127"/>
            <a:ext cx="133812" cy="133812"/>
          </a:xfrm>
          <a:prstGeom prst="rect">
            <a:avLst/>
          </a:prstGeom>
          <a:solidFill>
            <a:srgbClr val="B253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</p:spTree>
    <p:extLst>
      <p:ext uri="{BB962C8B-B14F-4D97-AF65-F5344CB8AC3E}">
        <p14:creationId xmlns:p14="http://schemas.microsoft.com/office/powerpoint/2010/main" val="344538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ée de chapitre avec visuel à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B3B334A6-1BBC-795D-E6C4-92A4C86C6FC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-3175" y="0"/>
            <a:ext cx="4418013" cy="6858000"/>
          </a:xfrm>
          <a:blipFill dpi="0" rotWithShape="1">
            <a:blip r:embed="rId2"/>
            <a:srcRect/>
            <a:tile tx="0" ty="0" sx="67000" sy="67000" flip="none" algn="tl"/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40EF02-3FAF-FB26-2B0F-91B44691F80A}"/>
              </a:ext>
            </a:extLst>
          </p:cNvPr>
          <p:cNvSpPr/>
          <p:nvPr userDrawn="1"/>
        </p:nvSpPr>
        <p:spPr>
          <a:xfrm>
            <a:off x="-3081" y="6549808"/>
            <a:ext cx="5561083" cy="470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aseline="-25000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70658A-0A8A-0F4A-C19C-82C5EB6F29CF}"/>
              </a:ext>
            </a:extLst>
          </p:cNvPr>
          <p:cNvSpPr/>
          <p:nvPr userDrawn="1"/>
        </p:nvSpPr>
        <p:spPr>
          <a:xfrm>
            <a:off x="6633999" y="6549808"/>
            <a:ext cx="4161823" cy="470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-2500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F7848B-5286-FCB2-2C10-8D6F40980DE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05625" y="2807427"/>
            <a:ext cx="3649662" cy="390919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fr-FR" dirty="0"/>
              <a:t>Chapitre 1</a:t>
            </a:r>
          </a:p>
        </p:txBody>
      </p:sp>
      <p:pic>
        <p:nvPicPr>
          <p:cNvPr id="2" name="Image 1" descr="Une image contenant Graphique, Police, graphisme, noir et blanc&#10;&#10;Description générée automatiquement">
            <a:extLst>
              <a:ext uri="{FF2B5EF4-FFF2-40B4-BE49-F238E27FC236}">
                <a16:creationId xmlns:a16="http://schemas.microsoft.com/office/drawing/2014/main" id="{51E716B7-D832-8E0E-4766-47DA1C6B31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824" y="6252264"/>
            <a:ext cx="950802" cy="3895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08C543-937B-292B-DF7D-0B5FE1FEDF68}"/>
              </a:ext>
            </a:extLst>
          </p:cNvPr>
          <p:cNvSpPr/>
          <p:nvPr userDrawn="1"/>
        </p:nvSpPr>
        <p:spPr>
          <a:xfrm>
            <a:off x="5828929" y="6505159"/>
            <a:ext cx="133812" cy="133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465FAD-93DD-D660-AD7A-13F26978098B}"/>
              </a:ext>
            </a:extLst>
          </p:cNvPr>
          <p:cNvSpPr/>
          <p:nvPr userDrawn="1"/>
        </p:nvSpPr>
        <p:spPr>
          <a:xfrm>
            <a:off x="6030331" y="6505157"/>
            <a:ext cx="133812" cy="133812"/>
          </a:xfrm>
          <a:prstGeom prst="rect">
            <a:avLst/>
          </a:prstGeom>
          <a:solidFill>
            <a:srgbClr val="38B5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4CC0C6-BD5E-64C4-559F-487D728BB27E}"/>
              </a:ext>
            </a:extLst>
          </p:cNvPr>
          <p:cNvSpPr/>
          <p:nvPr userDrawn="1"/>
        </p:nvSpPr>
        <p:spPr>
          <a:xfrm>
            <a:off x="6433093" y="6505127"/>
            <a:ext cx="133812" cy="1338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5EFC35-1D3F-7812-0EDC-7E7F512A5D76}"/>
              </a:ext>
            </a:extLst>
          </p:cNvPr>
          <p:cNvSpPr/>
          <p:nvPr userDrawn="1"/>
        </p:nvSpPr>
        <p:spPr>
          <a:xfrm>
            <a:off x="5627527" y="6505127"/>
            <a:ext cx="133812" cy="13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85446C-CD2D-BE80-9B02-0778702EB838}"/>
              </a:ext>
            </a:extLst>
          </p:cNvPr>
          <p:cNvSpPr/>
          <p:nvPr userDrawn="1"/>
        </p:nvSpPr>
        <p:spPr>
          <a:xfrm>
            <a:off x="6230091" y="6505127"/>
            <a:ext cx="133812" cy="133812"/>
          </a:xfrm>
          <a:prstGeom prst="rect">
            <a:avLst/>
          </a:prstGeom>
          <a:solidFill>
            <a:srgbClr val="B253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AB72D7C-46DC-E618-27FD-5663AF4DC9B2}"/>
              </a:ext>
            </a:extLst>
          </p:cNvPr>
          <p:cNvCxnSpPr>
            <a:cxnSpLocks/>
          </p:cNvCxnSpPr>
          <p:nvPr userDrawn="1"/>
        </p:nvCxnSpPr>
        <p:spPr>
          <a:xfrm>
            <a:off x="5293508" y="3718015"/>
            <a:ext cx="16049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3">
            <a:extLst>
              <a:ext uri="{FF2B5EF4-FFF2-40B4-BE49-F238E27FC236}">
                <a16:creationId xmlns:a16="http://schemas.microsoft.com/office/drawing/2014/main" id="{436EE3E6-088F-EE90-5693-3386F1713F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5623" y="3277311"/>
            <a:ext cx="6744002" cy="369332"/>
          </a:xfrm>
        </p:spPr>
        <p:txBody>
          <a:bodyPr/>
          <a:lstStyle>
            <a:lvl1pPr algn="l">
              <a:tabLst>
                <a:tab pos="4486275" algn="l"/>
              </a:tabLst>
              <a:defRPr sz="2000"/>
            </a:lvl1pPr>
          </a:lstStyle>
          <a:p>
            <a:r>
              <a:rPr lang="fr-FR" dirty="0"/>
              <a:t>TITRE DU CHAPITRE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4BB0B1B-2561-7F04-42EE-63B9D976E94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5205624" y="3785489"/>
            <a:ext cx="6744002" cy="39846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178025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7" grpId="0" animBg="1"/>
      <p:bldP spid="9" grpId="0" animBg="1"/>
      <p:bldP spid="10" grpId="0" animBg="1"/>
      <p:bldP spid="11" grpId="0" animBg="1"/>
      <p:bldP spid="12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e + visu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CEDD826-6FB2-A9C1-CA54-C35937041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180" y="628556"/>
            <a:ext cx="5468495" cy="369332"/>
          </a:xfrm>
        </p:spPr>
        <p:txBody>
          <a:bodyPr/>
          <a:lstStyle>
            <a:lvl1pPr algn="l">
              <a:tabLst>
                <a:tab pos="4486275" algn="l"/>
              </a:tabLst>
              <a:defRPr sz="2000"/>
            </a:lvl1pPr>
          </a:lstStyle>
          <a:p>
            <a:r>
              <a:rPr lang="fr-FR" dirty="0"/>
              <a:t>TITRE DE LA SLIDE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34BC099-024D-F1EE-874B-C52F0EE90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180" y="1711842"/>
            <a:ext cx="5468495" cy="4385014"/>
          </a:xfrm>
        </p:spPr>
        <p:txBody>
          <a:bodyPr/>
          <a:lstStyle>
            <a:lvl3pPr algn="just">
              <a:defRPr/>
            </a:lvl3pPr>
            <a:lvl4pPr algn="just">
              <a:defRPr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endParaRPr lang="fr-FR" dirty="0"/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F72B6661-0459-CDF6-67B8-DE49D6152A3D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63180" y="1082878"/>
            <a:ext cx="5468495" cy="39846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de la slide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E8FB43-8132-982F-51D7-21693BA3B6A3}"/>
              </a:ext>
            </a:extLst>
          </p:cNvPr>
          <p:cNvSpPr/>
          <p:nvPr userDrawn="1"/>
        </p:nvSpPr>
        <p:spPr>
          <a:xfrm>
            <a:off x="-3081" y="6549808"/>
            <a:ext cx="5561083" cy="470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aseline="-25000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2BA28F-DA7F-D52F-8BC2-F22D6EB4B458}"/>
              </a:ext>
            </a:extLst>
          </p:cNvPr>
          <p:cNvSpPr/>
          <p:nvPr userDrawn="1"/>
        </p:nvSpPr>
        <p:spPr>
          <a:xfrm>
            <a:off x="6633999" y="6549808"/>
            <a:ext cx="4161823" cy="470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-25000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F505F43-CB9A-817B-2429-458814DFBD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0327" y="628556"/>
            <a:ext cx="5588786" cy="546830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7" name="Image 6" descr="Une image contenant Graphique, Police, graphisme, noir et blanc&#10;&#10;Description générée automatiquement">
            <a:extLst>
              <a:ext uri="{FF2B5EF4-FFF2-40B4-BE49-F238E27FC236}">
                <a16:creationId xmlns:a16="http://schemas.microsoft.com/office/drawing/2014/main" id="{0761276C-660F-7C1F-8C96-9C0B04E856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824" y="6252264"/>
            <a:ext cx="950802" cy="3895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C597D7-BA1D-808B-0FBF-18728EC2D2AA}"/>
              </a:ext>
            </a:extLst>
          </p:cNvPr>
          <p:cNvSpPr/>
          <p:nvPr userDrawn="1"/>
        </p:nvSpPr>
        <p:spPr>
          <a:xfrm>
            <a:off x="5828929" y="6505159"/>
            <a:ext cx="133812" cy="133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5B32A-2AD3-06DA-E18D-D13FC6BEC73F}"/>
              </a:ext>
            </a:extLst>
          </p:cNvPr>
          <p:cNvSpPr/>
          <p:nvPr userDrawn="1"/>
        </p:nvSpPr>
        <p:spPr>
          <a:xfrm>
            <a:off x="6030331" y="6505157"/>
            <a:ext cx="133812" cy="133812"/>
          </a:xfrm>
          <a:prstGeom prst="rect">
            <a:avLst/>
          </a:prstGeom>
          <a:solidFill>
            <a:srgbClr val="38B5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22B206-E1DD-AA08-989F-6FA5F5E14327}"/>
              </a:ext>
            </a:extLst>
          </p:cNvPr>
          <p:cNvSpPr/>
          <p:nvPr userDrawn="1"/>
        </p:nvSpPr>
        <p:spPr>
          <a:xfrm>
            <a:off x="6433093" y="6505127"/>
            <a:ext cx="133812" cy="1338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C25C21-BFCE-831F-5B4E-ACC27E96D374}"/>
              </a:ext>
            </a:extLst>
          </p:cNvPr>
          <p:cNvSpPr/>
          <p:nvPr userDrawn="1"/>
        </p:nvSpPr>
        <p:spPr>
          <a:xfrm>
            <a:off x="5627527" y="6505127"/>
            <a:ext cx="133812" cy="13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D58662-5FA4-F6E0-9281-50568111F969}"/>
              </a:ext>
            </a:extLst>
          </p:cNvPr>
          <p:cNvSpPr/>
          <p:nvPr userDrawn="1"/>
        </p:nvSpPr>
        <p:spPr>
          <a:xfrm>
            <a:off x="6230091" y="6505127"/>
            <a:ext cx="133812" cy="133812"/>
          </a:xfrm>
          <a:prstGeom prst="rect">
            <a:avLst/>
          </a:prstGeom>
          <a:solidFill>
            <a:srgbClr val="B253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</p:spTree>
    <p:extLst>
      <p:ext uri="{BB962C8B-B14F-4D97-AF65-F5344CB8AC3E}">
        <p14:creationId xmlns:p14="http://schemas.microsoft.com/office/powerpoint/2010/main" val="2137373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5" grpId="0" animBg="1"/>
      <p:bldP spid="9" grpId="0" animBg="1"/>
      <p:bldP spid="10" grpId="0" animBg="1"/>
      <p:bldP spid="11" grpId="0" animBg="1"/>
      <p:bldP spid="12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20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80F9ADE8-C609-2FD2-45F8-505FB1A6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443" y="1711841"/>
            <a:ext cx="8057111" cy="4248799"/>
          </a:xfrm>
        </p:spPr>
        <p:txBody>
          <a:bodyPr/>
          <a:lstStyle>
            <a:lvl3pPr algn="just">
              <a:defRPr/>
            </a:lvl3pPr>
            <a:lvl4pPr algn="just">
              <a:defRPr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4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C26C10-F316-28D9-CFBD-B90E0E254505}"/>
              </a:ext>
            </a:extLst>
          </p:cNvPr>
          <p:cNvSpPr/>
          <p:nvPr userDrawn="1"/>
        </p:nvSpPr>
        <p:spPr>
          <a:xfrm>
            <a:off x="-3081" y="6549808"/>
            <a:ext cx="5561083" cy="470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aseline="-25000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2E4D0-AC0F-768B-2420-769175315094}"/>
              </a:ext>
            </a:extLst>
          </p:cNvPr>
          <p:cNvSpPr/>
          <p:nvPr userDrawn="1"/>
        </p:nvSpPr>
        <p:spPr>
          <a:xfrm>
            <a:off x="6633999" y="6549808"/>
            <a:ext cx="4161823" cy="470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-25000" dirty="0"/>
          </a:p>
        </p:txBody>
      </p:sp>
      <p:pic>
        <p:nvPicPr>
          <p:cNvPr id="4" name="Image 3" descr="Une image contenant Graphique, Police, graphisme, noir et blanc&#10;&#10;Description générée automatiquement">
            <a:extLst>
              <a:ext uri="{FF2B5EF4-FFF2-40B4-BE49-F238E27FC236}">
                <a16:creationId xmlns:a16="http://schemas.microsoft.com/office/drawing/2014/main" id="{2752D9F0-9B23-8038-2F4A-51522A5D9A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824" y="6252264"/>
            <a:ext cx="950802" cy="389520"/>
          </a:xfrm>
          <a:prstGeom prst="rect">
            <a:avLst/>
          </a:prstGeom>
        </p:spPr>
      </p:pic>
      <p:sp>
        <p:nvSpPr>
          <p:cNvPr id="14" name="Titre 3">
            <a:extLst>
              <a:ext uri="{FF2B5EF4-FFF2-40B4-BE49-F238E27FC236}">
                <a16:creationId xmlns:a16="http://schemas.microsoft.com/office/drawing/2014/main" id="{DF512210-988A-05A8-0DD7-08B7560FE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180" y="628556"/>
            <a:ext cx="9761374" cy="369332"/>
          </a:xfrm>
        </p:spPr>
        <p:txBody>
          <a:bodyPr/>
          <a:lstStyle>
            <a:lvl1pPr algn="l">
              <a:tabLst>
                <a:tab pos="4486275" algn="l"/>
              </a:tabLst>
              <a:defRPr sz="2000"/>
            </a:lvl1pPr>
          </a:lstStyle>
          <a:p>
            <a:r>
              <a:rPr lang="fr-FR" dirty="0"/>
              <a:t>TITRE DE LA SLIDE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29203D9E-C62F-C2FC-00DB-A99516EC15AD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363179" y="1082878"/>
            <a:ext cx="9761373" cy="39846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 de la slide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0AAEF-C957-4F88-8997-640E89F35540}"/>
              </a:ext>
            </a:extLst>
          </p:cNvPr>
          <p:cNvSpPr/>
          <p:nvPr userDrawn="1"/>
        </p:nvSpPr>
        <p:spPr>
          <a:xfrm>
            <a:off x="5828929" y="6505159"/>
            <a:ext cx="133812" cy="133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982CC3-5264-0826-14DA-0BF6BFFFA463}"/>
              </a:ext>
            </a:extLst>
          </p:cNvPr>
          <p:cNvSpPr/>
          <p:nvPr userDrawn="1"/>
        </p:nvSpPr>
        <p:spPr>
          <a:xfrm>
            <a:off x="6030331" y="6505157"/>
            <a:ext cx="133812" cy="133812"/>
          </a:xfrm>
          <a:prstGeom prst="rect">
            <a:avLst/>
          </a:prstGeom>
          <a:solidFill>
            <a:srgbClr val="38B5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BCD2D1-E453-A4F1-9CF6-90322A00ABB7}"/>
              </a:ext>
            </a:extLst>
          </p:cNvPr>
          <p:cNvSpPr/>
          <p:nvPr userDrawn="1"/>
        </p:nvSpPr>
        <p:spPr>
          <a:xfrm>
            <a:off x="6433093" y="6505127"/>
            <a:ext cx="133812" cy="1338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26BE81-DC3E-BE79-9077-CFF4CAA51789}"/>
              </a:ext>
            </a:extLst>
          </p:cNvPr>
          <p:cNvSpPr/>
          <p:nvPr userDrawn="1"/>
        </p:nvSpPr>
        <p:spPr>
          <a:xfrm>
            <a:off x="5627527" y="6505127"/>
            <a:ext cx="133812" cy="13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882080-311C-7773-4940-016F36FF535B}"/>
              </a:ext>
            </a:extLst>
          </p:cNvPr>
          <p:cNvSpPr/>
          <p:nvPr userDrawn="1"/>
        </p:nvSpPr>
        <p:spPr>
          <a:xfrm>
            <a:off x="6230091" y="6505127"/>
            <a:ext cx="133812" cy="133812"/>
          </a:xfrm>
          <a:prstGeom prst="rect">
            <a:avLst/>
          </a:prstGeom>
          <a:solidFill>
            <a:srgbClr val="B253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</p:spTree>
    <p:extLst>
      <p:ext uri="{BB962C8B-B14F-4D97-AF65-F5344CB8AC3E}">
        <p14:creationId xmlns:p14="http://schemas.microsoft.com/office/powerpoint/2010/main" val="334882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 animBg="1"/>
      <p:bldP spid="3" grpId="0" animBg="1"/>
      <p:bldP spid="6" grpId="0" animBg="1"/>
      <p:bldP spid="16" grpId="0" animBg="1"/>
      <p:bldP spid="17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e de Couverture">
    <p:bg>
      <p:bgPr>
        <a:blipFill dpi="0" rotWithShape="1">
          <a:blip r:embed="rId2">
            <a:alphaModFix amt="30000"/>
            <a:lum/>
          </a:blip>
          <a:srcRect/>
          <a:tile tx="-3441700" ty="-361315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rectangle 2">
            <a:extLst>
              <a:ext uri="{FF2B5EF4-FFF2-40B4-BE49-F238E27FC236}">
                <a16:creationId xmlns:a16="http://schemas.microsoft.com/office/drawing/2014/main" id="{AFB3A2DB-8071-A5E7-B12A-84BE150BA451}"/>
              </a:ext>
            </a:extLst>
          </p:cNvPr>
          <p:cNvSpPr/>
          <p:nvPr userDrawn="1"/>
        </p:nvSpPr>
        <p:spPr>
          <a:xfrm>
            <a:off x="-1" y="1"/>
            <a:ext cx="11073304" cy="6858000"/>
          </a:xfrm>
          <a:prstGeom prst="rtTriangle">
            <a:avLst/>
          </a:prstGeom>
          <a:gradFill flip="none" rotWithShape="1">
            <a:gsLst>
              <a:gs pos="28000">
                <a:schemeClr val="bg1">
                  <a:alpha val="85000"/>
                </a:schemeClr>
              </a:gs>
              <a:gs pos="46000">
                <a:schemeClr val="bg1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165DF-A212-26FF-FBB6-D37EA9DD9A72}"/>
              </a:ext>
            </a:extLst>
          </p:cNvPr>
          <p:cNvSpPr/>
          <p:nvPr userDrawn="1"/>
        </p:nvSpPr>
        <p:spPr>
          <a:xfrm>
            <a:off x="5422458" y="2666951"/>
            <a:ext cx="336953" cy="336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78B2CE-7B16-2A47-7FC9-4495906A0732}"/>
              </a:ext>
            </a:extLst>
          </p:cNvPr>
          <p:cNvSpPr/>
          <p:nvPr userDrawn="1"/>
        </p:nvSpPr>
        <p:spPr>
          <a:xfrm>
            <a:off x="6432550" y="2666950"/>
            <a:ext cx="336978" cy="3369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C7E726-0725-2F55-64F6-998C701AA532}"/>
              </a:ext>
            </a:extLst>
          </p:cNvPr>
          <p:cNvSpPr/>
          <p:nvPr userDrawn="1"/>
        </p:nvSpPr>
        <p:spPr>
          <a:xfrm>
            <a:off x="6937609" y="2666926"/>
            <a:ext cx="336978" cy="3369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078B84-3CE9-889F-7374-2F6411EFC88D}"/>
              </a:ext>
            </a:extLst>
          </p:cNvPr>
          <p:cNvSpPr/>
          <p:nvPr userDrawn="1"/>
        </p:nvSpPr>
        <p:spPr>
          <a:xfrm>
            <a:off x="4917412" y="2666926"/>
            <a:ext cx="336953" cy="3369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46E941-D320-AE39-E668-85CD6F59853E}"/>
              </a:ext>
            </a:extLst>
          </p:cNvPr>
          <p:cNvSpPr/>
          <p:nvPr userDrawn="1"/>
        </p:nvSpPr>
        <p:spPr>
          <a:xfrm>
            <a:off x="5927492" y="2667490"/>
            <a:ext cx="336978" cy="336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aseline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C6FCC6B-9BBA-425D-0C12-53A2065923C6}"/>
              </a:ext>
            </a:extLst>
          </p:cNvPr>
          <p:cNvSpPr txBox="1"/>
          <p:nvPr userDrawn="1"/>
        </p:nvSpPr>
        <p:spPr>
          <a:xfrm>
            <a:off x="898358" y="5325978"/>
            <a:ext cx="822960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>
                <a:solidFill>
                  <a:srgbClr val="0F2D3E"/>
                </a:solidFill>
                <a:latin typeface="+mn-lt"/>
              </a:rPr>
              <a:t>Agrément ESUS – Entreprise Solidaire d’Utilité Sociale du 08 / 12 / 2015</a:t>
            </a:r>
          </a:p>
          <a:p>
            <a:r>
              <a:rPr lang="fr-FR" sz="1100" i="1" dirty="0">
                <a:solidFill>
                  <a:srgbClr val="0F2D3E"/>
                </a:solidFill>
                <a:latin typeface="+mn-lt"/>
              </a:rPr>
              <a:t>Siège social : ZA </a:t>
            </a:r>
            <a:r>
              <a:rPr lang="fr-FR" sz="1100" i="1" dirty="0" err="1">
                <a:solidFill>
                  <a:srgbClr val="0F2D3E"/>
                </a:solidFill>
                <a:latin typeface="+mn-lt"/>
              </a:rPr>
              <a:t>Atlantisud</a:t>
            </a:r>
            <a:r>
              <a:rPr lang="fr-FR" sz="1100" i="1" dirty="0">
                <a:solidFill>
                  <a:srgbClr val="0F2D3E"/>
                </a:solidFill>
                <a:latin typeface="+mn-lt"/>
              </a:rPr>
              <a:t> – 478, rue du pays de Gosse</a:t>
            </a:r>
          </a:p>
          <a:p>
            <a:r>
              <a:rPr lang="fr-FR" sz="1100" i="1" dirty="0">
                <a:solidFill>
                  <a:srgbClr val="0F2D3E"/>
                </a:solidFill>
                <a:latin typeface="+mn-lt"/>
              </a:rPr>
              <a:t>40230 Saint </a:t>
            </a:r>
            <a:r>
              <a:rPr lang="fr-FR" sz="1100" i="1" dirty="0" err="1">
                <a:solidFill>
                  <a:srgbClr val="0F2D3E"/>
                </a:solidFill>
                <a:latin typeface="+mn-lt"/>
              </a:rPr>
              <a:t>Geours</a:t>
            </a:r>
            <a:r>
              <a:rPr lang="fr-FR" sz="1100" i="1" dirty="0">
                <a:solidFill>
                  <a:srgbClr val="0F2D3E"/>
                </a:solidFill>
                <a:latin typeface="+mn-lt"/>
              </a:rPr>
              <a:t> de </a:t>
            </a:r>
            <a:r>
              <a:rPr lang="fr-FR" sz="1100" i="1" dirty="0" err="1">
                <a:solidFill>
                  <a:srgbClr val="0F2D3E"/>
                </a:solidFill>
                <a:latin typeface="+mn-lt"/>
              </a:rPr>
              <a:t>Maremne</a:t>
            </a:r>
            <a:endParaRPr lang="fr-FR" sz="1100" i="1" dirty="0">
              <a:solidFill>
                <a:srgbClr val="0F2D3E"/>
              </a:solidFill>
              <a:latin typeface="+mn-lt"/>
            </a:endParaRPr>
          </a:p>
          <a:p>
            <a:r>
              <a:rPr lang="fr-FR" sz="1100" i="1" dirty="0">
                <a:solidFill>
                  <a:srgbClr val="0F2D3E"/>
                </a:solidFill>
                <a:latin typeface="+mn-lt"/>
              </a:rPr>
              <a:t>Standard : 05 58 48 39 87</a:t>
            </a:r>
          </a:p>
          <a:p>
            <a:r>
              <a:rPr lang="fr-FR" sz="1100" i="1" dirty="0">
                <a:solidFill>
                  <a:srgbClr val="0F2D3E"/>
                </a:solidFill>
                <a:latin typeface="+mn-lt"/>
              </a:rPr>
              <a:t>www.fms-ea.com</a:t>
            </a:r>
          </a:p>
        </p:txBody>
      </p:sp>
      <p:pic>
        <p:nvPicPr>
          <p:cNvPr id="4" name="Image 3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5CB358BA-A4F8-3F50-21E6-7B73BFB9FD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412" y="720892"/>
            <a:ext cx="2357175" cy="168872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B4E304A4-FEA4-3D2C-6A0B-42C01D9622D2}"/>
              </a:ext>
            </a:extLst>
          </p:cNvPr>
          <p:cNvSpPr txBox="1"/>
          <p:nvPr userDrawn="1"/>
        </p:nvSpPr>
        <p:spPr>
          <a:xfrm>
            <a:off x="914909" y="3589247"/>
            <a:ext cx="464617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de-DE" sz="1800" b="0" i="0" u="none" strike="noStrike" baseline="30000" dirty="0" err="1">
                <a:solidFill>
                  <a:srgbClr val="0F2D3E"/>
                </a:solidFill>
                <a:latin typeface="Lato" panose="020F0502020204030203" pitchFamily="34" charset="0"/>
              </a:rPr>
              <a:t>Tél</a:t>
            </a:r>
            <a:r>
              <a:rPr lang="de-DE" sz="1800" b="0" i="0" u="none" strike="noStrike" baseline="30000" dirty="0">
                <a:solidFill>
                  <a:srgbClr val="0F2D3E"/>
                </a:solidFill>
                <a:latin typeface="Lato" panose="020F0502020204030203" pitchFamily="34" charset="0"/>
              </a:rPr>
              <a:t>. : (+33) 05 58 48 39 87,</a:t>
            </a:r>
          </a:p>
          <a:p>
            <a:pPr marR="0" algn="l" rtl="0"/>
            <a:endParaRPr lang="fr-FR" sz="1800" b="0" i="0" u="none" strike="noStrike" baseline="30000" dirty="0">
              <a:solidFill>
                <a:srgbClr val="0F2D3E"/>
              </a:solidFill>
              <a:latin typeface="Lato" panose="020F0502020204030203" pitchFamily="34" charset="0"/>
            </a:endParaRPr>
          </a:p>
          <a:p>
            <a:pPr marR="0" algn="l" rtl="0"/>
            <a:r>
              <a:rPr lang="fr-FR" sz="1800" b="0" i="0" u="none" strike="noStrike" baseline="30000" dirty="0">
                <a:solidFill>
                  <a:srgbClr val="0F2D3E"/>
                </a:solidFill>
                <a:latin typeface="Lato" panose="020F0502020204030203" pitchFamily="34" charset="0"/>
              </a:rPr>
              <a:t>Mail : accueil@fms-ea.com</a:t>
            </a:r>
          </a:p>
          <a:p>
            <a:pPr marR="0" algn="l" rtl="0"/>
            <a:endParaRPr lang="fr-FR" sz="1800" b="0" i="0" u="none" strike="noStrike" baseline="30000" dirty="0">
              <a:solidFill>
                <a:srgbClr val="0F2D3E"/>
              </a:solidFill>
              <a:latin typeface="Lato" panose="020F0502020204030203" pitchFamily="34" charset="0"/>
            </a:endParaRPr>
          </a:p>
          <a:p>
            <a:pPr marR="0" algn="l" rtl="0"/>
            <a:r>
              <a:rPr lang="fr-FR" sz="1800" b="0" i="0" u="none" strike="noStrike" baseline="30000" dirty="0">
                <a:solidFill>
                  <a:srgbClr val="0F2D3E"/>
                </a:solidFill>
                <a:latin typeface="Lato" panose="020F0502020204030203" pitchFamily="34" charset="0"/>
              </a:rPr>
              <a:t>ZA ATLANTISUD,</a:t>
            </a:r>
          </a:p>
          <a:p>
            <a:pPr marR="0" algn="l" rtl="0"/>
            <a:r>
              <a:rPr lang="fr-FR" sz="1800" b="0" i="0" u="none" strike="noStrike" baseline="30000" dirty="0">
                <a:solidFill>
                  <a:srgbClr val="0F2D3E"/>
                </a:solidFill>
                <a:latin typeface="Lato" panose="020F0502020204030203" pitchFamily="34" charset="0"/>
              </a:rPr>
              <a:t>478 Rue Pays de GOSSE</a:t>
            </a:r>
          </a:p>
          <a:p>
            <a:pPr marR="0" algn="l" rtl="0"/>
            <a:r>
              <a:rPr lang="fr-FR" sz="1800" b="0" i="0" u="none" strike="noStrike" baseline="30000" dirty="0">
                <a:solidFill>
                  <a:srgbClr val="0F2D3E"/>
                </a:solidFill>
                <a:latin typeface="Lato" panose="020F0502020204030203" pitchFamily="34" charset="0"/>
              </a:rPr>
              <a:t>40230 Saint-Geours-de-Maremne</a:t>
            </a:r>
          </a:p>
          <a:p>
            <a:pPr marR="0" algn="l" rtl="0"/>
            <a:endParaRPr lang="fr-FR" sz="1800" b="0" i="0" u="none" strike="noStrike" baseline="30000" dirty="0">
              <a:solidFill>
                <a:srgbClr val="0F2D3E"/>
              </a:solidFill>
              <a:latin typeface="Lato" panose="020F0502020204030203" pitchFamily="34" charset="0"/>
            </a:endParaRPr>
          </a:p>
          <a:p>
            <a:endParaRPr lang="fr-FR" dirty="0">
              <a:solidFill>
                <a:srgbClr val="0F2D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31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nque de logos &amp; pictogrammes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C786BC-4748-8094-C57A-B33A6994A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48466" y="330597"/>
            <a:ext cx="7095067" cy="369332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 dirty="0"/>
              <a:t>Logos et pictogrammes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53E682-948B-B371-51D2-A188DA8AEC46}"/>
              </a:ext>
            </a:extLst>
          </p:cNvPr>
          <p:cNvSpPr txBox="1"/>
          <p:nvPr userDrawn="1"/>
        </p:nvSpPr>
        <p:spPr>
          <a:xfrm>
            <a:off x="4042012" y="699929"/>
            <a:ext cx="4107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( Référez-vous à la charte graphique ) </a:t>
            </a:r>
          </a:p>
        </p:txBody>
      </p:sp>
    </p:spTree>
    <p:extLst>
      <p:ext uri="{BB962C8B-B14F-4D97-AF65-F5344CB8AC3E}">
        <p14:creationId xmlns:p14="http://schemas.microsoft.com/office/powerpoint/2010/main" val="277009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681F90-D937-4A18-BA70-D287B965E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466" y="275198"/>
            <a:ext cx="709506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fr-FR" dirty="0"/>
              <a:t>Modifiez le style du titre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667236-7164-B40D-917D-A211BEA00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3491"/>
            <a:ext cx="6692900" cy="4463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4"/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71532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49" r:id="rId2"/>
    <p:sldLayoutId id="2147483663" r:id="rId3"/>
    <p:sldLayoutId id="2147483665" r:id="rId4"/>
    <p:sldLayoutId id="2147483651" r:id="rId5"/>
    <p:sldLayoutId id="2147483660" r:id="rId6"/>
    <p:sldLayoutId id="2147483661" r:id="rId7"/>
    <p:sldLayoutId id="2147483655" r:id="rId8"/>
    <p:sldLayoutId id="2147483666" r:id="rId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F2D3E"/>
          </a:solidFill>
          <a:latin typeface="Lato Black" panose="020F0A02020204030203" pitchFamily="34" charset="0"/>
          <a:ea typeface="+mj-ea"/>
          <a:cs typeface="Lato Black" panose="020F0A0202020403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rgbClr val="0F2D3E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0F2D3E"/>
          </a:solidFill>
          <a:latin typeface="+mj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0F2D3E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i="1" kern="1200">
          <a:solidFill>
            <a:srgbClr val="0F2D3E"/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1B4318-EA80-8144-8324-87AFE167F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93" y="3318007"/>
            <a:ext cx="5360266" cy="369332"/>
          </a:xfrm>
        </p:spPr>
        <p:txBody>
          <a:bodyPr/>
          <a:lstStyle/>
          <a:p>
            <a:r>
              <a:rPr lang="fr-FR" cap="all" dirty="0"/>
              <a:t>Visite Médicale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655534-B740-E771-DE82-1B2A54B74B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Convocation et rendez-vous </a:t>
            </a:r>
          </a:p>
          <a:p>
            <a:endParaRPr lang="fr-FR" dirty="0"/>
          </a:p>
        </p:txBody>
      </p:sp>
      <p:pic>
        <p:nvPicPr>
          <p:cNvPr id="7" name="Espace réservé pour une image  6" descr="Une image contenant personne, habits, homme, manteau&#10;&#10;Description générée automatiquement">
            <a:extLst>
              <a:ext uri="{FF2B5EF4-FFF2-40B4-BE49-F238E27FC236}">
                <a16:creationId xmlns:a16="http://schemas.microsoft.com/office/drawing/2014/main" id="{BD2AB6E7-25C0-7132-2C5F-B576C3BE6F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0" r="17060"/>
          <a:stretch>
            <a:fillRect/>
          </a:stretch>
        </p:blipFill>
        <p:spPr/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E8FF16-2AB3-1CEE-9981-13802442D7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31/05/2024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743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0BBA37DE-5570-7DC7-33BD-685F0C703242}"/>
              </a:ext>
            </a:extLst>
          </p:cNvPr>
          <p:cNvSpPr/>
          <p:nvPr/>
        </p:nvSpPr>
        <p:spPr>
          <a:xfrm>
            <a:off x="3689350" y="4342130"/>
            <a:ext cx="2984923" cy="788670"/>
          </a:xfrm>
          <a:custGeom>
            <a:avLst/>
            <a:gdLst>
              <a:gd name="connsiteX0" fmla="*/ 1591733 w 1591733"/>
              <a:gd name="connsiteY0" fmla="*/ 531283 h 1974850"/>
              <a:gd name="connsiteX1" fmla="*/ 0 w 1591733"/>
              <a:gd name="connsiteY1" fmla="*/ 1974850 h 1974850"/>
              <a:gd name="connsiteX2" fmla="*/ 97367 w 1591733"/>
              <a:gd name="connsiteY2" fmla="*/ 0 h 1974850"/>
              <a:gd name="connsiteX3" fmla="*/ 1591733 w 1591733"/>
              <a:gd name="connsiteY3" fmla="*/ 531283 h 1974850"/>
              <a:gd name="connsiteX0" fmla="*/ 3054773 w 3054773"/>
              <a:gd name="connsiteY0" fmla="*/ 1038013 h 1974850"/>
              <a:gd name="connsiteX1" fmla="*/ 0 w 3054773"/>
              <a:gd name="connsiteY1" fmla="*/ 1974850 h 1974850"/>
              <a:gd name="connsiteX2" fmla="*/ 97367 w 3054773"/>
              <a:gd name="connsiteY2" fmla="*/ 0 h 1974850"/>
              <a:gd name="connsiteX3" fmla="*/ 3054773 w 3054773"/>
              <a:gd name="connsiteY3" fmla="*/ 1038013 h 1974850"/>
              <a:gd name="connsiteX0" fmla="*/ 3054773 w 3054773"/>
              <a:gd name="connsiteY0" fmla="*/ 474133 h 1410970"/>
              <a:gd name="connsiteX1" fmla="*/ 0 w 3054773"/>
              <a:gd name="connsiteY1" fmla="*/ 1410970 h 1410970"/>
              <a:gd name="connsiteX2" fmla="*/ 1766147 w 3054773"/>
              <a:gd name="connsiteY2" fmla="*/ 0 h 1410970"/>
              <a:gd name="connsiteX3" fmla="*/ 3054773 w 3054773"/>
              <a:gd name="connsiteY3" fmla="*/ 474133 h 1410970"/>
              <a:gd name="connsiteX0" fmla="*/ 2984923 w 2984923"/>
              <a:gd name="connsiteY0" fmla="*/ 474133 h 788670"/>
              <a:gd name="connsiteX1" fmla="*/ 0 w 2984923"/>
              <a:gd name="connsiteY1" fmla="*/ 788670 h 788670"/>
              <a:gd name="connsiteX2" fmla="*/ 1696297 w 2984923"/>
              <a:gd name="connsiteY2" fmla="*/ 0 h 788670"/>
              <a:gd name="connsiteX3" fmla="*/ 2984923 w 2984923"/>
              <a:gd name="connsiteY3" fmla="*/ 474133 h 78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923" h="788670">
                <a:moveTo>
                  <a:pt x="2984923" y="474133"/>
                </a:moveTo>
                <a:lnTo>
                  <a:pt x="0" y="788670"/>
                </a:lnTo>
                <a:lnTo>
                  <a:pt x="1696297" y="0"/>
                </a:lnTo>
                <a:lnTo>
                  <a:pt x="2984923" y="474133"/>
                </a:lnTo>
                <a:close/>
              </a:path>
            </a:pathLst>
          </a:custGeom>
          <a:solidFill>
            <a:srgbClr val="D3E9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205217E-5DDD-1876-4E7C-0EFB23EF679F}"/>
              </a:ext>
            </a:extLst>
          </p:cNvPr>
          <p:cNvSpPr/>
          <p:nvPr/>
        </p:nvSpPr>
        <p:spPr>
          <a:xfrm>
            <a:off x="3616271" y="-20664"/>
            <a:ext cx="4355024" cy="4473844"/>
          </a:xfrm>
          <a:custGeom>
            <a:avLst/>
            <a:gdLst>
              <a:gd name="connsiteX0" fmla="*/ 0 w 4355024"/>
              <a:gd name="connsiteY0" fmla="*/ 0 h 4473844"/>
              <a:gd name="connsiteX1" fmla="*/ 98156 w 4355024"/>
              <a:gd name="connsiteY1" fmla="*/ 3802250 h 4473844"/>
              <a:gd name="connsiteX2" fmla="*/ 3636936 w 4355024"/>
              <a:gd name="connsiteY2" fmla="*/ 4473844 h 4473844"/>
              <a:gd name="connsiteX3" fmla="*/ 4355024 w 4355024"/>
              <a:gd name="connsiteY3" fmla="*/ 5166 h 4473844"/>
              <a:gd name="connsiteX4" fmla="*/ 0 w 4355024"/>
              <a:gd name="connsiteY4" fmla="*/ 0 h 4473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5024" h="4473844">
                <a:moveTo>
                  <a:pt x="0" y="0"/>
                </a:moveTo>
                <a:lnTo>
                  <a:pt x="98156" y="3802250"/>
                </a:lnTo>
                <a:lnTo>
                  <a:pt x="3636936" y="4473844"/>
                </a:lnTo>
                <a:lnTo>
                  <a:pt x="4355024" y="5166"/>
                </a:lnTo>
                <a:lnTo>
                  <a:pt x="0" y="0"/>
                </a:lnTo>
                <a:close/>
              </a:path>
            </a:pathLst>
          </a:custGeom>
          <a:solidFill>
            <a:srgbClr val="D3E9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37372B08-C41B-32E6-835D-8DB03C5A9338}"/>
              </a:ext>
            </a:extLst>
          </p:cNvPr>
          <p:cNvSpPr/>
          <p:nvPr/>
        </p:nvSpPr>
        <p:spPr>
          <a:xfrm>
            <a:off x="47896" y="3141738"/>
            <a:ext cx="1228151" cy="1860248"/>
          </a:xfrm>
          <a:custGeom>
            <a:avLst/>
            <a:gdLst>
              <a:gd name="connsiteX0" fmla="*/ 1930400 w 2699658"/>
              <a:gd name="connsiteY0" fmla="*/ 0 h 3739848"/>
              <a:gd name="connsiteX1" fmla="*/ 2699658 w 2699658"/>
              <a:gd name="connsiteY1" fmla="*/ 3739848 h 3739848"/>
              <a:gd name="connsiteX2" fmla="*/ 0 w 2699658"/>
              <a:gd name="connsiteY2" fmla="*/ 154819 h 3739848"/>
              <a:gd name="connsiteX3" fmla="*/ 1930400 w 2699658"/>
              <a:gd name="connsiteY3" fmla="*/ 0 h 3739848"/>
              <a:gd name="connsiteX0" fmla="*/ 1664304 w 2433562"/>
              <a:gd name="connsiteY0" fmla="*/ 0 h 3739848"/>
              <a:gd name="connsiteX1" fmla="*/ 2433562 w 2433562"/>
              <a:gd name="connsiteY1" fmla="*/ 3739848 h 3739848"/>
              <a:gd name="connsiteX2" fmla="*/ 0 w 2433562"/>
              <a:gd name="connsiteY2" fmla="*/ 493485 h 3739848"/>
              <a:gd name="connsiteX3" fmla="*/ 1664304 w 2433562"/>
              <a:gd name="connsiteY3" fmla="*/ 0 h 3739848"/>
              <a:gd name="connsiteX0" fmla="*/ 1674755 w 2444013"/>
              <a:gd name="connsiteY0" fmla="*/ 0 h 3739848"/>
              <a:gd name="connsiteX1" fmla="*/ 2444013 w 2444013"/>
              <a:gd name="connsiteY1" fmla="*/ 3739848 h 3739848"/>
              <a:gd name="connsiteX2" fmla="*/ 0 w 2444013"/>
              <a:gd name="connsiteY2" fmla="*/ 673753 h 3739848"/>
              <a:gd name="connsiteX3" fmla="*/ 1674755 w 2444013"/>
              <a:gd name="connsiteY3" fmla="*/ 0 h 3739848"/>
              <a:gd name="connsiteX0" fmla="*/ 1703493 w 2472751"/>
              <a:gd name="connsiteY0" fmla="*/ 0 h 3739848"/>
              <a:gd name="connsiteX1" fmla="*/ 2472751 w 2472751"/>
              <a:gd name="connsiteY1" fmla="*/ 3739848 h 3739848"/>
              <a:gd name="connsiteX2" fmla="*/ 0 w 2472751"/>
              <a:gd name="connsiteY2" fmla="*/ 490873 h 3739848"/>
              <a:gd name="connsiteX3" fmla="*/ 1703493 w 2472751"/>
              <a:gd name="connsiteY3" fmla="*/ 0 h 3739848"/>
              <a:gd name="connsiteX0" fmla="*/ 1182793 w 2472751"/>
              <a:gd name="connsiteY0" fmla="*/ 0 h 3479498"/>
              <a:gd name="connsiteX1" fmla="*/ 2472751 w 2472751"/>
              <a:gd name="connsiteY1" fmla="*/ 3479498 h 3479498"/>
              <a:gd name="connsiteX2" fmla="*/ 0 w 2472751"/>
              <a:gd name="connsiteY2" fmla="*/ 230523 h 3479498"/>
              <a:gd name="connsiteX3" fmla="*/ 1182793 w 2472751"/>
              <a:gd name="connsiteY3" fmla="*/ 0 h 3479498"/>
              <a:gd name="connsiteX0" fmla="*/ 1182793 w 1228151"/>
              <a:gd name="connsiteY0" fmla="*/ 0 h 1860248"/>
              <a:gd name="connsiteX1" fmla="*/ 1228151 w 1228151"/>
              <a:gd name="connsiteY1" fmla="*/ 1860248 h 1860248"/>
              <a:gd name="connsiteX2" fmla="*/ 0 w 1228151"/>
              <a:gd name="connsiteY2" fmla="*/ 230523 h 1860248"/>
              <a:gd name="connsiteX3" fmla="*/ 1182793 w 1228151"/>
              <a:gd name="connsiteY3" fmla="*/ 0 h 186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151" h="1860248">
                <a:moveTo>
                  <a:pt x="1182793" y="0"/>
                </a:moveTo>
                <a:lnTo>
                  <a:pt x="1228151" y="1860248"/>
                </a:lnTo>
                <a:lnTo>
                  <a:pt x="0" y="230523"/>
                </a:lnTo>
                <a:lnTo>
                  <a:pt x="1182793" y="0"/>
                </a:lnTo>
                <a:close/>
              </a:path>
            </a:pathLst>
          </a:custGeom>
          <a:solidFill>
            <a:srgbClr val="D3E9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73311504-ABA6-B4BF-D29C-17E3D029ACDE}"/>
              </a:ext>
            </a:extLst>
          </p:cNvPr>
          <p:cNvSpPr/>
          <p:nvPr/>
        </p:nvSpPr>
        <p:spPr>
          <a:xfrm>
            <a:off x="-29029" y="109160"/>
            <a:ext cx="3439886" cy="2985104"/>
          </a:xfrm>
          <a:custGeom>
            <a:avLst/>
            <a:gdLst>
              <a:gd name="connsiteX0" fmla="*/ 19353 w 3439886"/>
              <a:gd name="connsiteY0" fmla="*/ 2985104 h 2985104"/>
              <a:gd name="connsiteX1" fmla="*/ 3439886 w 3439886"/>
              <a:gd name="connsiteY1" fmla="*/ 2743200 h 2985104"/>
              <a:gd name="connsiteX2" fmla="*/ 3333448 w 3439886"/>
              <a:gd name="connsiteY2" fmla="*/ 4838 h 2985104"/>
              <a:gd name="connsiteX3" fmla="*/ 0 w 3439886"/>
              <a:gd name="connsiteY3" fmla="*/ 0 h 2985104"/>
              <a:gd name="connsiteX4" fmla="*/ 19353 w 3439886"/>
              <a:gd name="connsiteY4" fmla="*/ 2985104 h 298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9886" h="2985104">
                <a:moveTo>
                  <a:pt x="19353" y="2985104"/>
                </a:moveTo>
                <a:lnTo>
                  <a:pt x="3439886" y="2743200"/>
                </a:lnTo>
                <a:lnTo>
                  <a:pt x="3333448" y="4838"/>
                </a:lnTo>
                <a:lnTo>
                  <a:pt x="0" y="0"/>
                </a:lnTo>
                <a:lnTo>
                  <a:pt x="19353" y="2985104"/>
                </a:lnTo>
                <a:close/>
              </a:path>
            </a:pathLst>
          </a:custGeom>
          <a:solidFill>
            <a:srgbClr val="D7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609D4E87-63C1-3CC3-46B7-826DB75728C3}"/>
              </a:ext>
            </a:extLst>
          </p:cNvPr>
          <p:cNvSpPr/>
          <p:nvPr/>
        </p:nvSpPr>
        <p:spPr>
          <a:xfrm>
            <a:off x="-6387" y="2842685"/>
            <a:ext cx="3407568" cy="535192"/>
          </a:xfrm>
          <a:custGeom>
            <a:avLst/>
            <a:gdLst>
              <a:gd name="connsiteX0" fmla="*/ 3386667 w 3386667"/>
              <a:gd name="connsiteY0" fmla="*/ 0 h 527353"/>
              <a:gd name="connsiteX1" fmla="*/ 0 w 3386667"/>
              <a:gd name="connsiteY1" fmla="*/ 241905 h 527353"/>
              <a:gd name="connsiteX2" fmla="*/ 38705 w 3386667"/>
              <a:gd name="connsiteY2" fmla="*/ 527353 h 527353"/>
              <a:gd name="connsiteX3" fmla="*/ 3386667 w 3386667"/>
              <a:gd name="connsiteY3" fmla="*/ 0 h 527353"/>
              <a:gd name="connsiteX0" fmla="*/ 3489041 w 3489041"/>
              <a:gd name="connsiteY0" fmla="*/ 0 h 603118"/>
              <a:gd name="connsiteX1" fmla="*/ 102374 w 3489041"/>
              <a:gd name="connsiteY1" fmla="*/ 241905 h 603118"/>
              <a:gd name="connsiteX2" fmla="*/ 0 w 3489041"/>
              <a:gd name="connsiteY2" fmla="*/ 603118 h 603118"/>
              <a:gd name="connsiteX3" fmla="*/ 3489041 w 3489041"/>
              <a:gd name="connsiteY3" fmla="*/ 0 h 603118"/>
              <a:gd name="connsiteX0" fmla="*/ 3386667 w 3386667"/>
              <a:gd name="connsiteY0" fmla="*/ 0 h 519516"/>
              <a:gd name="connsiteX1" fmla="*/ 0 w 3386667"/>
              <a:gd name="connsiteY1" fmla="*/ 241905 h 519516"/>
              <a:gd name="connsiteX2" fmla="*/ 67443 w 3386667"/>
              <a:gd name="connsiteY2" fmla="*/ 519516 h 519516"/>
              <a:gd name="connsiteX3" fmla="*/ 3386667 w 3386667"/>
              <a:gd name="connsiteY3" fmla="*/ 0 h 519516"/>
              <a:gd name="connsiteX0" fmla="*/ 3386667 w 3386667"/>
              <a:gd name="connsiteY0" fmla="*/ 0 h 532579"/>
              <a:gd name="connsiteX1" fmla="*/ 0 w 3386667"/>
              <a:gd name="connsiteY1" fmla="*/ 241905 h 532579"/>
              <a:gd name="connsiteX2" fmla="*/ 46542 w 3386667"/>
              <a:gd name="connsiteY2" fmla="*/ 532579 h 532579"/>
              <a:gd name="connsiteX3" fmla="*/ 3386667 w 3386667"/>
              <a:gd name="connsiteY3" fmla="*/ 0 h 532579"/>
              <a:gd name="connsiteX0" fmla="*/ 3407568 w 3407568"/>
              <a:gd name="connsiteY0" fmla="*/ 0 h 532579"/>
              <a:gd name="connsiteX1" fmla="*/ 0 w 3407568"/>
              <a:gd name="connsiteY1" fmla="*/ 249743 h 532579"/>
              <a:gd name="connsiteX2" fmla="*/ 67443 w 3407568"/>
              <a:gd name="connsiteY2" fmla="*/ 532579 h 532579"/>
              <a:gd name="connsiteX3" fmla="*/ 3407568 w 3407568"/>
              <a:gd name="connsiteY3" fmla="*/ 0 h 532579"/>
              <a:gd name="connsiteX0" fmla="*/ 3407568 w 3407568"/>
              <a:gd name="connsiteY0" fmla="*/ 0 h 535192"/>
              <a:gd name="connsiteX1" fmla="*/ 0 w 3407568"/>
              <a:gd name="connsiteY1" fmla="*/ 249743 h 535192"/>
              <a:gd name="connsiteX2" fmla="*/ 43929 w 3407568"/>
              <a:gd name="connsiteY2" fmla="*/ 535192 h 535192"/>
              <a:gd name="connsiteX3" fmla="*/ 3407568 w 3407568"/>
              <a:gd name="connsiteY3" fmla="*/ 0 h 53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7568" h="535192">
                <a:moveTo>
                  <a:pt x="3407568" y="0"/>
                </a:moveTo>
                <a:lnTo>
                  <a:pt x="0" y="249743"/>
                </a:lnTo>
                <a:lnTo>
                  <a:pt x="43929" y="535192"/>
                </a:lnTo>
                <a:lnTo>
                  <a:pt x="3407568" y="0"/>
                </a:lnTo>
                <a:close/>
              </a:path>
            </a:pathLst>
          </a:custGeom>
          <a:solidFill>
            <a:srgbClr val="B8D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F5CFAC95-BFED-BAEA-1099-8957BA794DE7}"/>
              </a:ext>
            </a:extLst>
          </p:cNvPr>
          <p:cNvSpPr/>
          <p:nvPr/>
        </p:nvSpPr>
        <p:spPr>
          <a:xfrm>
            <a:off x="3708077" y="3783451"/>
            <a:ext cx="3545130" cy="1041687"/>
          </a:xfrm>
          <a:custGeom>
            <a:avLst/>
            <a:gdLst>
              <a:gd name="connsiteX0" fmla="*/ 0 w 3538780"/>
              <a:gd name="connsiteY0" fmla="*/ 0 h 1033220"/>
              <a:gd name="connsiteX1" fmla="*/ 2924014 w 3538780"/>
              <a:gd name="connsiteY1" fmla="*/ 1033220 h 1033220"/>
              <a:gd name="connsiteX2" fmla="*/ 3538780 w 3538780"/>
              <a:gd name="connsiteY2" fmla="*/ 650928 h 1033220"/>
              <a:gd name="connsiteX3" fmla="*/ 0 w 3538780"/>
              <a:gd name="connsiteY3" fmla="*/ 0 h 1033220"/>
              <a:gd name="connsiteX0" fmla="*/ 0 w 3545130"/>
              <a:gd name="connsiteY0" fmla="*/ 0 h 1041687"/>
              <a:gd name="connsiteX1" fmla="*/ 2930364 w 3545130"/>
              <a:gd name="connsiteY1" fmla="*/ 1041687 h 1041687"/>
              <a:gd name="connsiteX2" fmla="*/ 3545130 w 3545130"/>
              <a:gd name="connsiteY2" fmla="*/ 659395 h 1041687"/>
              <a:gd name="connsiteX3" fmla="*/ 0 w 3545130"/>
              <a:gd name="connsiteY3" fmla="*/ 0 h 104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5130" h="1041687">
                <a:moveTo>
                  <a:pt x="0" y="0"/>
                </a:moveTo>
                <a:lnTo>
                  <a:pt x="2930364" y="1041687"/>
                </a:lnTo>
                <a:lnTo>
                  <a:pt x="3545130" y="659395"/>
                </a:lnTo>
                <a:lnTo>
                  <a:pt x="0" y="0"/>
                </a:lnTo>
                <a:close/>
              </a:path>
            </a:pathLst>
          </a:custGeom>
          <a:solidFill>
            <a:srgbClr val="B8D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03FEAA-C46C-1C6A-93ED-AF45BF825C0E}"/>
              </a:ext>
            </a:extLst>
          </p:cNvPr>
          <p:cNvSpPr/>
          <p:nvPr/>
        </p:nvSpPr>
        <p:spPr>
          <a:xfrm>
            <a:off x="-29029" y="-24190"/>
            <a:ext cx="8577284" cy="1167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31DC32C2-9EEF-FAD2-A3FD-F27B072B6C5C}"/>
              </a:ext>
            </a:extLst>
          </p:cNvPr>
          <p:cNvSpPr/>
          <p:nvPr/>
        </p:nvSpPr>
        <p:spPr>
          <a:xfrm>
            <a:off x="7824276" y="-19050"/>
            <a:ext cx="4355024" cy="6896100"/>
          </a:xfrm>
          <a:custGeom>
            <a:avLst/>
            <a:gdLst>
              <a:gd name="connsiteX0" fmla="*/ 0 w 4387850"/>
              <a:gd name="connsiteY0" fmla="*/ 19050 h 6883400"/>
              <a:gd name="connsiteX1" fmla="*/ 584200 w 4387850"/>
              <a:gd name="connsiteY1" fmla="*/ 6864350 h 6883400"/>
              <a:gd name="connsiteX2" fmla="*/ 4381500 w 4387850"/>
              <a:gd name="connsiteY2" fmla="*/ 6883400 h 6883400"/>
              <a:gd name="connsiteX3" fmla="*/ 4387850 w 4387850"/>
              <a:gd name="connsiteY3" fmla="*/ 0 h 6883400"/>
              <a:gd name="connsiteX4" fmla="*/ 0 w 4387850"/>
              <a:gd name="connsiteY4" fmla="*/ 19050 h 6883400"/>
              <a:gd name="connsiteX0" fmla="*/ 0 w 4203700"/>
              <a:gd name="connsiteY0" fmla="*/ 0 h 6896100"/>
              <a:gd name="connsiteX1" fmla="*/ 400050 w 4203700"/>
              <a:gd name="connsiteY1" fmla="*/ 6877050 h 6896100"/>
              <a:gd name="connsiteX2" fmla="*/ 4197350 w 4203700"/>
              <a:gd name="connsiteY2" fmla="*/ 6896100 h 6896100"/>
              <a:gd name="connsiteX3" fmla="*/ 4203700 w 4203700"/>
              <a:gd name="connsiteY3" fmla="*/ 12700 h 6896100"/>
              <a:gd name="connsiteX4" fmla="*/ 0 w 4203700"/>
              <a:gd name="connsiteY4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700" h="6896100">
                <a:moveTo>
                  <a:pt x="0" y="0"/>
                </a:moveTo>
                <a:lnTo>
                  <a:pt x="400050" y="6877050"/>
                </a:lnTo>
                <a:lnTo>
                  <a:pt x="4197350" y="6896100"/>
                </a:lnTo>
                <a:cubicBezTo>
                  <a:pt x="4199467" y="4601633"/>
                  <a:pt x="4201583" y="2307167"/>
                  <a:pt x="4203700" y="127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ysClr val="windowText" lastClr="000000"/>
              </a:solidFill>
            </a:endParaRPr>
          </a:p>
        </p:txBody>
      </p:sp>
      <p:pic>
        <p:nvPicPr>
          <p:cNvPr id="27" name="Image 26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4BDCA3B1-A79F-3951-6491-655150630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755" y="4614613"/>
            <a:ext cx="1290401" cy="985544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B336B30C-C3EA-5B36-F3EA-0E3B4CCC0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2" y="5878853"/>
            <a:ext cx="3606046" cy="278649"/>
          </a:xfrm>
          <a:prstGeom prst="rect">
            <a:avLst/>
          </a:prstGeom>
        </p:spPr>
      </p:pic>
      <p:sp>
        <p:nvSpPr>
          <p:cNvPr id="46" name="Titre 45">
            <a:extLst>
              <a:ext uri="{FF2B5EF4-FFF2-40B4-BE49-F238E27FC236}">
                <a16:creationId xmlns:a16="http://schemas.microsoft.com/office/drawing/2014/main" id="{BA96C46A-9E82-7F85-DB5A-9E3BBAB6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80" y="628556"/>
            <a:ext cx="8540790" cy="369332"/>
          </a:xfrm>
        </p:spPr>
        <p:txBody>
          <a:bodyPr/>
          <a:lstStyle/>
          <a:p>
            <a:r>
              <a:rPr lang="fr-FR" cap="all" dirty="0"/>
              <a:t>Qu’est-ce que la Visite Médicale du Travail ? 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250579-398A-3886-E639-FF344E932CA2}"/>
              </a:ext>
            </a:extLst>
          </p:cNvPr>
          <p:cNvSpPr txBox="1"/>
          <p:nvPr/>
        </p:nvSpPr>
        <p:spPr>
          <a:xfrm>
            <a:off x="8199090" y="559646"/>
            <a:ext cx="3933193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0E2D3F"/>
                </a:solidFill>
                <a:latin typeface="+mj-lt"/>
              </a:rPr>
              <a:t>TYPES DE VISITE MEDICALE </a:t>
            </a:r>
          </a:p>
          <a:p>
            <a:endParaRPr lang="fr-FR" sz="1400" dirty="0">
              <a:solidFill>
                <a:srgbClr val="0E2D3F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E2D3F"/>
                </a:solidFill>
              </a:rPr>
              <a:t>À l’embauche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E2D3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E2D3F"/>
                </a:solidFill>
              </a:rPr>
              <a:t>Pré reprise : à votre demande durant l’arrêt maladie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E2D3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E2D3F"/>
                </a:solidFill>
              </a:rPr>
              <a:t>De reprise après une longue absence (congé maternité, maladie professionnelle, accident du travail, maladie)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E2D3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E2D3F"/>
                </a:solidFill>
              </a:rPr>
              <a:t>Périodique tous les 3 ou 5 ans</a:t>
            </a:r>
          </a:p>
          <a:p>
            <a:r>
              <a:rPr lang="fr-FR" sz="1400" dirty="0">
                <a:solidFill>
                  <a:srgbClr val="0E2D3F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E2D3F"/>
                </a:solidFill>
              </a:rPr>
              <a:t>Année des 45 ans du salarié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E2D3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E2D3F"/>
                </a:solidFill>
              </a:rPr>
              <a:t>Sur sollicitation du salarié</a:t>
            </a:r>
          </a:p>
          <a:p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C203DE9-E0BD-C034-11C2-ACC5C40576D5}"/>
              </a:ext>
            </a:extLst>
          </p:cNvPr>
          <p:cNvSpPr txBox="1"/>
          <p:nvPr/>
        </p:nvSpPr>
        <p:spPr>
          <a:xfrm>
            <a:off x="180953" y="1248494"/>
            <a:ext cx="27431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cap="all" dirty="0">
                <a:solidFill>
                  <a:srgbClr val="0F2D3E"/>
                </a:solidFill>
                <a:latin typeface="+mj-lt"/>
              </a:rPr>
              <a:t>Temps d’échange</a:t>
            </a:r>
          </a:p>
          <a:p>
            <a:endParaRPr lang="fr-FR" dirty="0">
              <a:solidFill>
                <a:srgbClr val="0F2D3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F2D3E"/>
                </a:solidFill>
              </a:rPr>
              <a:t>Moment Privilégié avec un professionnel de santé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F2D3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F2D3E"/>
                </a:solidFill>
              </a:rPr>
              <a:t>Secret médical garanti</a:t>
            </a:r>
          </a:p>
          <a:p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0A023F3-B6E6-3829-46BC-5F722605E3C9}"/>
              </a:ext>
            </a:extLst>
          </p:cNvPr>
          <p:cNvSpPr txBox="1"/>
          <p:nvPr/>
        </p:nvSpPr>
        <p:spPr>
          <a:xfrm>
            <a:off x="3844066" y="1216167"/>
            <a:ext cx="366353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cap="all" dirty="0">
                <a:solidFill>
                  <a:srgbClr val="0F2D3E"/>
                </a:solidFill>
                <a:latin typeface="+mj-lt"/>
              </a:rPr>
              <a:t>Obligation légale</a:t>
            </a:r>
          </a:p>
          <a:p>
            <a:endParaRPr lang="fr-FR" dirty="0">
              <a:solidFill>
                <a:srgbClr val="0F2D3E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F2D3E"/>
                </a:solidFill>
              </a:rPr>
              <a:t>Se déroule pendant les heures de travail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F2D3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F2D3E"/>
                </a:solidFill>
              </a:rPr>
              <a:t>Toujours rémunéré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F2D3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F2D3E"/>
                </a:solidFill>
              </a:rPr>
              <a:t>À défaut l’employeur peut devoir verser des dommages et intérêt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0F2D3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0F2D3E"/>
                </a:solidFill>
              </a:rPr>
              <a:t>L’absence injustifiée à une visite médicale est sanctionnable</a:t>
            </a:r>
          </a:p>
        </p:txBody>
      </p:sp>
      <p:pic>
        <p:nvPicPr>
          <p:cNvPr id="42" name="Image 41" descr="Une image contenant habits, ordinateur portable, homme, personne&#10;&#10;Description générée automatiquement">
            <a:extLst>
              <a:ext uri="{FF2B5EF4-FFF2-40B4-BE49-F238E27FC236}">
                <a16:creationId xmlns:a16="http://schemas.microsoft.com/office/drawing/2014/main" id="{11C82BB5-BAFC-2AB0-5150-7067A91D0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609" y="3480124"/>
            <a:ext cx="5147985" cy="3377876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2C7EE199-8135-4D4A-4EA1-98814528DCDF}"/>
              </a:ext>
            </a:extLst>
          </p:cNvPr>
          <p:cNvSpPr txBox="1"/>
          <p:nvPr/>
        </p:nvSpPr>
        <p:spPr>
          <a:xfrm>
            <a:off x="8355530" y="4583434"/>
            <a:ext cx="2776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solidFill>
                  <a:srgbClr val="0E2D3F"/>
                </a:solidFill>
              </a:rPr>
              <a:t>Vous pouvez demander un RDV vous-même à la médecine du travail :  Toutes les adresses et numéros de téléphones  son dans</a:t>
            </a:r>
          </a:p>
        </p:txBody>
      </p:sp>
      <p:cxnSp>
        <p:nvCxnSpPr>
          <p:cNvPr id="37" name="Connecteur : en arc 36">
            <a:extLst>
              <a:ext uri="{FF2B5EF4-FFF2-40B4-BE49-F238E27FC236}">
                <a16:creationId xmlns:a16="http://schemas.microsoft.com/office/drawing/2014/main" id="{4D79A10B-69FD-AAB8-76DA-57453AF08B37}"/>
              </a:ext>
            </a:extLst>
          </p:cNvPr>
          <p:cNvCxnSpPr>
            <a:cxnSpLocks/>
          </p:cNvCxnSpPr>
          <p:nvPr/>
        </p:nvCxnSpPr>
        <p:spPr>
          <a:xfrm rot="5400000">
            <a:off x="9673336" y="4179319"/>
            <a:ext cx="471685" cy="336545"/>
          </a:xfrm>
          <a:prstGeom prst="curvedConnector3">
            <a:avLst>
              <a:gd name="adj1" fmla="val 50000"/>
            </a:avLst>
          </a:prstGeom>
          <a:ln w="57150">
            <a:solidFill>
              <a:srgbClr val="F30B5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5095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0" grpId="0" animBg="1"/>
      <p:bldP spid="17" grpId="0" animBg="1"/>
      <p:bldP spid="16" grpId="0" animBg="1"/>
      <p:bldP spid="1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AB16DF08-5FCE-F3A2-26B4-810B4270AAD6}"/>
              </a:ext>
            </a:extLst>
          </p:cNvPr>
          <p:cNvSpPr/>
          <p:nvPr/>
        </p:nvSpPr>
        <p:spPr>
          <a:xfrm>
            <a:off x="6246842" y="1312277"/>
            <a:ext cx="1189943" cy="1525940"/>
          </a:xfrm>
          <a:custGeom>
            <a:avLst/>
            <a:gdLst>
              <a:gd name="connsiteX0" fmla="*/ 863911 w 1424893"/>
              <a:gd name="connsiteY0" fmla="*/ 0 h 1217330"/>
              <a:gd name="connsiteX1" fmla="*/ 0 w 1424893"/>
              <a:gd name="connsiteY1" fmla="*/ 336589 h 1217330"/>
              <a:gd name="connsiteX2" fmla="*/ 1424893 w 1424893"/>
              <a:gd name="connsiteY2" fmla="*/ 1217330 h 1217330"/>
              <a:gd name="connsiteX3" fmla="*/ 863911 w 1424893"/>
              <a:gd name="connsiteY3" fmla="*/ 0 h 1217330"/>
              <a:gd name="connsiteX0" fmla="*/ 716591 w 1424893"/>
              <a:gd name="connsiteY0" fmla="*/ 0 h 1181770"/>
              <a:gd name="connsiteX1" fmla="*/ 0 w 1424893"/>
              <a:gd name="connsiteY1" fmla="*/ 301029 h 1181770"/>
              <a:gd name="connsiteX2" fmla="*/ 1424893 w 1424893"/>
              <a:gd name="connsiteY2" fmla="*/ 1181770 h 1181770"/>
              <a:gd name="connsiteX3" fmla="*/ 716591 w 1424893"/>
              <a:gd name="connsiteY3" fmla="*/ 0 h 1181770"/>
              <a:gd name="connsiteX0" fmla="*/ 856291 w 1424893"/>
              <a:gd name="connsiteY0" fmla="*/ 0 h 1240190"/>
              <a:gd name="connsiteX1" fmla="*/ 0 w 1424893"/>
              <a:gd name="connsiteY1" fmla="*/ 359449 h 1240190"/>
              <a:gd name="connsiteX2" fmla="*/ 1424893 w 1424893"/>
              <a:gd name="connsiteY2" fmla="*/ 1240190 h 1240190"/>
              <a:gd name="connsiteX3" fmla="*/ 856291 w 1424893"/>
              <a:gd name="connsiteY3" fmla="*/ 0 h 1240190"/>
              <a:gd name="connsiteX0" fmla="*/ 348291 w 916893"/>
              <a:gd name="connsiteY0" fmla="*/ 0 h 1521499"/>
              <a:gd name="connsiteX1" fmla="*/ 0 w 916893"/>
              <a:gd name="connsiteY1" fmla="*/ 1521499 h 1521499"/>
              <a:gd name="connsiteX2" fmla="*/ 916893 w 916893"/>
              <a:gd name="connsiteY2" fmla="*/ 1240190 h 1521499"/>
              <a:gd name="connsiteX3" fmla="*/ 348291 w 916893"/>
              <a:gd name="connsiteY3" fmla="*/ 0 h 1521499"/>
              <a:gd name="connsiteX0" fmla="*/ 348291 w 1189943"/>
              <a:gd name="connsiteY0" fmla="*/ 0 h 1525940"/>
              <a:gd name="connsiteX1" fmla="*/ 0 w 1189943"/>
              <a:gd name="connsiteY1" fmla="*/ 1521499 h 1525940"/>
              <a:gd name="connsiteX2" fmla="*/ 1189943 w 1189943"/>
              <a:gd name="connsiteY2" fmla="*/ 1525940 h 1525940"/>
              <a:gd name="connsiteX3" fmla="*/ 348291 w 1189943"/>
              <a:gd name="connsiteY3" fmla="*/ 0 h 152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9943" h="1525940">
                <a:moveTo>
                  <a:pt x="348291" y="0"/>
                </a:moveTo>
                <a:lnTo>
                  <a:pt x="0" y="1521499"/>
                </a:lnTo>
                <a:lnTo>
                  <a:pt x="1189943" y="1525940"/>
                </a:lnTo>
                <a:lnTo>
                  <a:pt x="348291" y="0"/>
                </a:ln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095C5CD7-CA3A-9909-3B52-6F3A019A9C0F}"/>
              </a:ext>
            </a:extLst>
          </p:cNvPr>
          <p:cNvSpPr/>
          <p:nvPr/>
        </p:nvSpPr>
        <p:spPr>
          <a:xfrm rot="11336225">
            <a:off x="4075249" y="1386335"/>
            <a:ext cx="2038385" cy="1915974"/>
          </a:xfrm>
          <a:custGeom>
            <a:avLst/>
            <a:gdLst>
              <a:gd name="connsiteX0" fmla="*/ 825500 w 825500"/>
              <a:gd name="connsiteY0" fmla="*/ 0 h 1930400"/>
              <a:gd name="connsiteX1" fmla="*/ 469900 w 825500"/>
              <a:gd name="connsiteY1" fmla="*/ 1930400 h 1930400"/>
              <a:gd name="connsiteX2" fmla="*/ 0 w 825500"/>
              <a:gd name="connsiteY2" fmla="*/ 1860550 h 1930400"/>
              <a:gd name="connsiteX3" fmla="*/ 825500 w 825500"/>
              <a:gd name="connsiteY3" fmla="*/ 0 h 1930400"/>
              <a:gd name="connsiteX0" fmla="*/ 825500 w 825500"/>
              <a:gd name="connsiteY0" fmla="*/ 0 h 1981965"/>
              <a:gd name="connsiteX1" fmla="*/ 431763 w 825500"/>
              <a:gd name="connsiteY1" fmla="*/ 1981965 h 1981965"/>
              <a:gd name="connsiteX2" fmla="*/ 0 w 825500"/>
              <a:gd name="connsiteY2" fmla="*/ 1860550 h 1981965"/>
              <a:gd name="connsiteX3" fmla="*/ 825500 w 825500"/>
              <a:gd name="connsiteY3" fmla="*/ 0 h 1981965"/>
              <a:gd name="connsiteX0" fmla="*/ 911661 w 911661"/>
              <a:gd name="connsiteY0" fmla="*/ 0 h 1970402"/>
              <a:gd name="connsiteX1" fmla="*/ 431763 w 911661"/>
              <a:gd name="connsiteY1" fmla="*/ 1970402 h 1970402"/>
              <a:gd name="connsiteX2" fmla="*/ 0 w 911661"/>
              <a:gd name="connsiteY2" fmla="*/ 1848987 h 1970402"/>
              <a:gd name="connsiteX3" fmla="*/ 911661 w 911661"/>
              <a:gd name="connsiteY3" fmla="*/ 0 h 1970402"/>
              <a:gd name="connsiteX0" fmla="*/ 955787 w 955787"/>
              <a:gd name="connsiteY0" fmla="*/ 0 h 1970402"/>
              <a:gd name="connsiteX1" fmla="*/ 475889 w 955787"/>
              <a:gd name="connsiteY1" fmla="*/ 1970402 h 1970402"/>
              <a:gd name="connsiteX2" fmla="*/ 0 w 955787"/>
              <a:gd name="connsiteY2" fmla="*/ 1440735 h 1970402"/>
              <a:gd name="connsiteX3" fmla="*/ 955787 w 955787"/>
              <a:gd name="connsiteY3" fmla="*/ 0 h 1970402"/>
              <a:gd name="connsiteX0" fmla="*/ 955787 w 955787"/>
              <a:gd name="connsiteY0" fmla="*/ 0 h 1972565"/>
              <a:gd name="connsiteX1" fmla="*/ 370522 w 955787"/>
              <a:gd name="connsiteY1" fmla="*/ 1972565 h 1972565"/>
              <a:gd name="connsiteX2" fmla="*/ 0 w 955787"/>
              <a:gd name="connsiteY2" fmla="*/ 1440735 h 1972565"/>
              <a:gd name="connsiteX3" fmla="*/ 955787 w 955787"/>
              <a:gd name="connsiteY3" fmla="*/ 0 h 1972565"/>
              <a:gd name="connsiteX0" fmla="*/ 955787 w 955787"/>
              <a:gd name="connsiteY0" fmla="*/ 0 h 1977089"/>
              <a:gd name="connsiteX1" fmla="*/ 479340 w 955787"/>
              <a:gd name="connsiteY1" fmla="*/ 1977089 h 1977089"/>
              <a:gd name="connsiteX2" fmla="*/ 0 w 955787"/>
              <a:gd name="connsiteY2" fmla="*/ 1440735 h 1977089"/>
              <a:gd name="connsiteX3" fmla="*/ 955787 w 955787"/>
              <a:gd name="connsiteY3" fmla="*/ 0 h 1977089"/>
              <a:gd name="connsiteX0" fmla="*/ 964162 w 964162"/>
              <a:gd name="connsiteY0" fmla="*/ 0 h 1954305"/>
              <a:gd name="connsiteX1" fmla="*/ 479340 w 964162"/>
              <a:gd name="connsiteY1" fmla="*/ 1954305 h 1954305"/>
              <a:gd name="connsiteX2" fmla="*/ 0 w 964162"/>
              <a:gd name="connsiteY2" fmla="*/ 1417951 h 1954305"/>
              <a:gd name="connsiteX3" fmla="*/ 964162 w 964162"/>
              <a:gd name="connsiteY3" fmla="*/ 0 h 1954305"/>
              <a:gd name="connsiteX0" fmla="*/ 938373 w 938373"/>
              <a:gd name="connsiteY0" fmla="*/ 0 h 1950236"/>
              <a:gd name="connsiteX1" fmla="*/ 479340 w 938373"/>
              <a:gd name="connsiteY1" fmla="*/ 1950236 h 1950236"/>
              <a:gd name="connsiteX2" fmla="*/ 0 w 938373"/>
              <a:gd name="connsiteY2" fmla="*/ 1413882 h 1950236"/>
              <a:gd name="connsiteX3" fmla="*/ 938373 w 938373"/>
              <a:gd name="connsiteY3" fmla="*/ 0 h 1950236"/>
              <a:gd name="connsiteX0" fmla="*/ 938373 w 938373"/>
              <a:gd name="connsiteY0" fmla="*/ 0 h 1961836"/>
              <a:gd name="connsiteX1" fmla="*/ 421098 w 938373"/>
              <a:gd name="connsiteY1" fmla="*/ 1961836 h 1961836"/>
              <a:gd name="connsiteX2" fmla="*/ 0 w 938373"/>
              <a:gd name="connsiteY2" fmla="*/ 1413882 h 1961836"/>
              <a:gd name="connsiteX3" fmla="*/ 938373 w 938373"/>
              <a:gd name="connsiteY3" fmla="*/ 0 h 1961836"/>
              <a:gd name="connsiteX0" fmla="*/ 938373 w 938373"/>
              <a:gd name="connsiteY0" fmla="*/ 0 h 1961125"/>
              <a:gd name="connsiteX1" fmla="*/ 471437 w 938373"/>
              <a:gd name="connsiteY1" fmla="*/ 1961125 h 1961125"/>
              <a:gd name="connsiteX2" fmla="*/ 0 w 938373"/>
              <a:gd name="connsiteY2" fmla="*/ 1413882 h 1961125"/>
              <a:gd name="connsiteX3" fmla="*/ 938373 w 938373"/>
              <a:gd name="connsiteY3" fmla="*/ 0 h 1961125"/>
              <a:gd name="connsiteX0" fmla="*/ 1768911 w 1768911"/>
              <a:gd name="connsiteY0" fmla="*/ 0 h 1961125"/>
              <a:gd name="connsiteX1" fmla="*/ 1301975 w 1768911"/>
              <a:gd name="connsiteY1" fmla="*/ 1961125 h 1961125"/>
              <a:gd name="connsiteX2" fmla="*/ 0 w 1768911"/>
              <a:gd name="connsiteY2" fmla="*/ 508456 h 1961125"/>
              <a:gd name="connsiteX3" fmla="*/ 1768911 w 1768911"/>
              <a:gd name="connsiteY3" fmla="*/ 0 h 1961125"/>
              <a:gd name="connsiteX0" fmla="*/ 2031539 w 2031539"/>
              <a:gd name="connsiteY0" fmla="*/ 0 h 1961125"/>
              <a:gd name="connsiteX1" fmla="*/ 1564603 w 2031539"/>
              <a:gd name="connsiteY1" fmla="*/ 1961125 h 1961125"/>
              <a:gd name="connsiteX2" fmla="*/ 0 w 2031539"/>
              <a:gd name="connsiteY2" fmla="*/ 90307 h 1961125"/>
              <a:gd name="connsiteX3" fmla="*/ 2031539 w 2031539"/>
              <a:gd name="connsiteY3" fmla="*/ 0 h 196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539" h="1961125">
                <a:moveTo>
                  <a:pt x="2031539" y="0"/>
                </a:moveTo>
                <a:lnTo>
                  <a:pt x="1564603" y="1961125"/>
                </a:lnTo>
                <a:lnTo>
                  <a:pt x="0" y="90307"/>
                </a:lnTo>
                <a:lnTo>
                  <a:pt x="2031539" y="0"/>
                </a:ln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E4F4477A-A418-3D4B-D0C8-B2F1C37AAA03}"/>
              </a:ext>
            </a:extLst>
          </p:cNvPr>
          <p:cNvSpPr/>
          <p:nvPr/>
        </p:nvSpPr>
        <p:spPr>
          <a:xfrm>
            <a:off x="6597144" y="1314449"/>
            <a:ext cx="5637748" cy="1512087"/>
          </a:xfrm>
          <a:custGeom>
            <a:avLst/>
            <a:gdLst>
              <a:gd name="connsiteX0" fmla="*/ 5604206 w 5637865"/>
              <a:gd name="connsiteY0" fmla="*/ 0 h 1514650"/>
              <a:gd name="connsiteX1" fmla="*/ 0 w 5637865"/>
              <a:gd name="connsiteY1" fmla="*/ 0 h 1514650"/>
              <a:gd name="connsiteX2" fmla="*/ 605860 w 5637865"/>
              <a:gd name="connsiteY2" fmla="*/ 1514650 h 1514650"/>
              <a:gd name="connsiteX3" fmla="*/ 5637865 w 5637865"/>
              <a:gd name="connsiteY3" fmla="*/ 1301477 h 1514650"/>
              <a:gd name="connsiteX4" fmla="*/ 5604206 w 5637865"/>
              <a:gd name="connsiteY4" fmla="*/ 0 h 1514650"/>
              <a:gd name="connsiteX0" fmla="*/ 5604206 w 5637865"/>
              <a:gd name="connsiteY0" fmla="*/ 0 h 1357576"/>
              <a:gd name="connsiteX1" fmla="*/ 0 w 5637865"/>
              <a:gd name="connsiteY1" fmla="*/ 0 h 1357576"/>
              <a:gd name="connsiteX2" fmla="*/ 544153 w 5637865"/>
              <a:gd name="connsiteY2" fmla="*/ 1357576 h 1357576"/>
              <a:gd name="connsiteX3" fmla="*/ 5637865 w 5637865"/>
              <a:gd name="connsiteY3" fmla="*/ 1301477 h 1357576"/>
              <a:gd name="connsiteX4" fmla="*/ 5604206 w 5637865"/>
              <a:gd name="connsiteY4" fmla="*/ 0 h 1357576"/>
              <a:gd name="connsiteX0" fmla="*/ 5604206 w 5604206"/>
              <a:gd name="connsiteY0" fmla="*/ 0 h 1514650"/>
              <a:gd name="connsiteX1" fmla="*/ 0 w 5604206"/>
              <a:gd name="connsiteY1" fmla="*/ 0 h 1514650"/>
              <a:gd name="connsiteX2" fmla="*/ 544153 w 5604206"/>
              <a:gd name="connsiteY2" fmla="*/ 1357576 h 1514650"/>
              <a:gd name="connsiteX3" fmla="*/ 5542498 w 5604206"/>
              <a:gd name="connsiteY3" fmla="*/ 1514650 h 1514650"/>
              <a:gd name="connsiteX4" fmla="*/ 5604206 w 5604206"/>
              <a:gd name="connsiteY4" fmla="*/ 0 h 1514650"/>
              <a:gd name="connsiteX0" fmla="*/ 5604206 w 5637748"/>
              <a:gd name="connsiteY0" fmla="*/ 0 h 1514650"/>
              <a:gd name="connsiteX1" fmla="*/ 0 w 5637748"/>
              <a:gd name="connsiteY1" fmla="*/ 0 h 1514650"/>
              <a:gd name="connsiteX2" fmla="*/ 544153 w 5637748"/>
              <a:gd name="connsiteY2" fmla="*/ 1357576 h 1514650"/>
              <a:gd name="connsiteX3" fmla="*/ 5637748 w 5637748"/>
              <a:gd name="connsiteY3" fmla="*/ 1514650 h 1514650"/>
              <a:gd name="connsiteX4" fmla="*/ 5604206 w 5637748"/>
              <a:gd name="connsiteY4" fmla="*/ 0 h 1514650"/>
              <a:gd name="connsiteX0" fmla="*/ 5604206 w 5637748"/>
              <a:gd name="connsiteY0" fmla="*/ 0 h 1648301"/>
              <a:gd name="connsiteX1" fmla="*/ 0 w 5637748"/>
              <a:gd name="connsiteY1" fmla="*/ 0 h 1648301"/>
              <a:gd name="connsiteX2" fmla="*/ 836253 w 5637748"/>
              <a:gd name="connsiteY2" fmla="*/ 1648301 h 1648301"/>
              <a:gd name="connsiteX3" fmla="*/ 5637748 w 5637748"/>
              <a:gd name="connsiteY3" fmla="*/ 1514650 h 1648301"/>
              <a:gd name="connsiteX4" fmla="*/ 5604206 w 5637748"/>
              <a:gd name="connsiteY4" fmla="*/ 0 h 1648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7748" h="1648301">
                <a:moveTo>
                  <a:pt x="5604206" y="0"/>
                </a:moveTo>
                <a:lnTo>
                  <a:pt x="0" y="0"/>
                </a:lnTo>
                <a:lnTo>
                  <a:pt x="836253" y="1648301"/>
                </a:lnTo>
                <a:lnTo>
                  <a:pt x="5637748" y="1514650"/>
                </a:lnTo>
                <a:lnTo>
                  <a:pt x="5604206" y="0"/>
                </a:lnTo>
                <a:close/>
              </a:path>
            </a:pathLst>
          </a:custGeom>
          <a:solidFill>
            <a:srgbClr val="D7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DE9EF3D-429D-52CC-AAEA-C3D939200093}"/>
              </a:ext>
            </a:extLst>
          </p:cNvPr>
          <p:cNvSpPr/>
          <p:nvPr/>
        </p:nvSpPr>
        <p:spPr>
          <a:xfrm>
            <a:off x="-21147" y="3125157"/>
            <a:ext cx="5204279" cy="3753520"/>
          </a:xfrm>
          <a:custGeom>
            <a:avLst/>
            <a:gdLst>
              <a:gd name="connsiteX0" fmla="*/ 9190 w 5183132"/>
              <a:gd name="connsiteY0" fmla="*/ 0 h 3331357"/>
              <a:gd name="connsiteX1" fmla="*/ 4222782 w 5183132"/>
              <a:gd name="connsiteY1" fmla="*/ 0 h 3331357"/>
              <a:gd name="connsiteX2" fmla="*/ 5183132 w 5183132"/>
              <a:gd name="connsiteY2" fmla="*/ 2081524 h 3331357"/>
              <a:gd name="connsiteX3" fmla="*/ 3896539 w 5183132"/>
              <a:gd name="connsiteY3" fmla="*/ 3271622 h 3331357"/>
              <a:gd name="connsiteX4" fmla="*/ 0 w 5183132"/>
              <a:gd name="connsiteY4" fmla="*/ 3331357 h 3331357"/>
              <a:gd name="connsiteX5" fmla="*/ 9190 w 5183132"/>
              <a:gd name="connsiteY5" fmla="*/ 0 h 3331357"/>
              <a:gd name="connsiteX0" fmla="*/ 9190 w 5183132"/>
              <a:gd name="connsiteY0" fmla="*/ 0 h 3331357"/>
              <a:gd name="connsiteX1" fmla="*/ 4222782 w 5183132"/>
              <a:gd name="connsiteY1" fmla="*/ 0 h 3331357"/>
              <a:gd name="connsiteX2" fmla="*/ 5183132 w 5183132"/>
              <a:gd name="connsiteY2" fmla="*/ 2081524 h 3331357"/>
              <a:gd name="connsiteX3" fmla="*/ 2764851 w 5183132"/>
              <a:gd name="connsiteY3" fmla="*/ 3305018 h 3331357"/>
              <a:gd name="connsiteX4" fmla="*/ 0 w 5183132"/>
              <a:gd name="connsiteY4" fmla="*/ 3331357 h 3331357"/>
              <a:gd name="connsiteX5" fmla="*/ 9190 w 5183132"/>
              <a:gd name="connsiteY5" fmla="*/ 0 h 3331357"/>
              <a:gd name="connsiteX0" fmla="*/ 56 w 5173998"/>
              <a:gd name="connsiteY0" fmla="*/ 0 h 3305018"/>
              <a:gd name="connsiteX1" fmla="*/ 4213648 w 5173998"/>
              <a:gd name="connsiteY1" fmla="*/ 0 h 3305018"/>
              <a:gd name="connsiteX2" fmla="*/ 5173998 w 5173998"/>
              <a:gd name="connsiteY2" fmla="*/ 2081524 h 3305018"/>
              <a:gd name="connsiteX3" fmla="*/ 2755717 w 5173998"/>
              <a:gd name="connsiteY3" fmla="*/ 3305018 h 3305018"/>
              <a:gd name="connsiteX4" fmla="*/ 117615 w 5173998"/>
              <a:gd name="connsiteY4" fmla="*/ 3268738 h 3305018"/>
              <a:gd name="connsiteX5" fmla="*/ 56 w 5173998"/>
              <a:gd name="connsiteY5" fmla="*/ 0 h 3305018"/>
              <a:gd name="connsiteX0" fmla="*/ 112 w 5174054"/>
              <a:gd name="connsiteY0" fmla="*/ 0 h 3306309"/>
              <a:gd name="connsiteX1" fmla="*/ 4213704 w 5174054"/>
              <a:gd name="connsiteY1" fmla="*/ 0 h 3306309"/>
              <a:gd name="connsiteX2" fmla="*/ 5174054 w 5174054"/>
              <a:gd name="connsiteY2" fmla="*/ 2081524 h 3306309"/>
              <a:gd name="connsiteX3" fmla="*/ 2755773 w 5174054"/>
              <a:gd name="connsiteY3" fmla="*/ 3305018 h 3306309"/>
              <a:gd name="connsiteX4" fmla="*/ 54297 w 5174054"/>
              <a:gd name="connsiteY4" fmla="*/ 3306309 h 3306309"/>
              <a:gd name="connsiteX5" fmla="*/ 112 w 5174054"/>
              <a:gd name="connsiteY5" fmla="*/ 0 h 3306309"/>
              <a:gd name="connsiteX0" fmla="*/ 18243 w 5119757"/>
              <a:gd name="connsiteY0" fmla="*/ 0 h 3306309"/>
              <a:gd name="connsiteX1" fmla="*/ 4159407 w 5119757"/>
              <a:gd name="connsiteY1" fmla="*/ 0 h 3306309"/>
              <a:gd name="connsiteX2" fmla="*/ 5119757 w 5119757"/>
              <a:gd name="connsiteY2" fmla="*/ 2081524 h 3306309"/>
              <a:gd name="connsiteX3" fmla="*/ 2701476 w 5119757"/>
              <a:gd name="connsiteY3" fmla="*/ 3305018 h 3306309"/>
              <a:gd name="connsiteX4" fmla="*/ 0 w 5119757"/>
              <a:gd name="connsiteY4" fmla="*/ 3306309 h 3306309"/>
              <a:gd name="connsiteX5" fmla="*/ 18243 w 5119757"/>
              <a:gd name="connsiteY5" fmla="*/ 0 h 3306309"/>
              <a:gd name="connsiteX0" fmla="*/ 473 w 5127010"/>
              <a:gd name="connsiteY0" fmla="*/ 0 h 3410153"/>
              <a:gd name="connsiteX1" fmla="*/ 4166660 w 5127010"/>
              <a:gd name="connsiteY1" fmla="*/ 103844 h 3410153"/>
              <a:gd name="connsiteX2" fmla="*/ 5127010 w 5127010"/>
              <a:gd name="connsiteY2" fmla="*/ 2185368 h 3410153"/>
              <a:gd name="connsiteX3" fmla="*/ 2708729 w 5127010"/>
              <a:gd name="connsiteY3" fmla="*/ 3408862 h 3410153"/>
              <a:gd name="connsiteX4" fmla="*/ 7253 w 5127010"/>
              <a:gd name="connsiteY4" fmla="*/ 3410153 h 3410153"/>
              <a:gd name="connsiteX5" fmla="*/ 473 w 5127010"/>
              <a:gd name="connsiteY5" fmla="*/ 0 h 3410153"/>
              <a:gd name="connsiteX0" fmla="*/ 473 w 5127010"/>
              <a:gd name="connsiteY0" fmla="*/ 0 h 3410153"/>
              <a:gd name="connsiteX1" fmla="*/ 4191683 w 5127010"/>
              <a:gd name="connsiteY1" fmla="*/ 46153 h 3410153"/>
              <a:gd name="connsiteX2" fmla="*/ 5127010 w 5127010"/>
              <a:gd name="connsiteY2" fmla="*/ 2185368 h 3410153"/>
              <a:gd name="connsiteX3" fmla="*/ 2708729 w 5127010"/>
              <a:gd name="connsiteY3" fmla="*/ 3408862 h 3410153"/>
              <a:gd name="connsiteX4" fmla="*/ 7253 w 5127010"/>
              <a:gd name="connsiteY4" fmla="*/ 3410153 h 3410153"/>
              <a:gd name="connsiteX5" fmla="*/ 473 w 5127010"/>
              <a:gd name="connsiteY5" fmla="*/ 0 h 3410153"/>
              <a:gd name="connsiteX0" fmla="*/ 473 w 5127010"/>
              <a:gd name="connsiteY0" fmla="*/ 23076 h 3433229"/>
              <a:gd name="connsiteX1" fmla="*/ 4197939 w 5127010"/>
              <a:gd name="connsiteY1" fmla="*/ 0 h 3433229"/>
              <a:gd name="connsiteX2" fmla="*/ 5127010 w 5127010"/>
              <a:gd name="connsiteY2" fmla="*/ 2208444 h 3433229"/>
              <a:gd name="connsiteX3" fmla="*/ 2708729 w 5127010"/>
              <a:gd name="connsiteY3" fmla="*/ 3431938 h 3433229"/>
              <a:gd name="connsiteX4" fmla="*/ 7253 w 5127010"/>
              <a:gd name="connsiteY4" fmla="*/ 3433229 h 3433229"/>
              <a:gd name="connsiteX5" fmla="*/ 473 w 5127010"/>
              <a:gd name="connsiteY5" fmla="*/ 23076 h 3433229"/>
              <a:gd name="connsiteX0" fmla="*/ 473 w 5127010"/>
              <a:gd name="connsiteY0" fmla="*/ 0 h 3410153"/>
              <a:gd name="connsiteX1" fmla="*/ 4194186 w 5127010"/>
              <a:gd name="connsiteY1" fmla="*/ 25385 h 3410153"/>
              <a:gd name="connsiteX2" fmla="*/ 5127010 w 5127010"/>
              <a:gd name="connsiteY2" fmla="*/ 2185368 h 3410153"/>
              <a:gd name="connsiteX3" fmla="*/ 2708729 w 5127010"/>
              <a:gd name="connsiteY3" fmla="*/ 3408862 h 3410153"/>
              <a:gd name="connsiteX4" fmla="*/ 7253 w 5127010"/>
              <a:gd name="connsiteY4" fmla="*/ 3410153 h 3410153"/>
              <a:gd name="connsiteX5" fmla="*/ 473 w 5127010"/>
              <a:gd name="connsiteY5" fmla="*/ 0 h 3410153"/>
              <a:gd name="connsiteX0" fmla="*/ 473 w 5127010"/>
              <a:gd name="connsiteY0" fmla="*/ 0 h 3410153"/>
              <a:gd name="connsiteX1" fmla="*/ 4194187 w 5127010"/>
              <a:gd name="connsiteY1" fmla="*/ 1155 h 3410153"/>
              <a:gd name="connsiteX2" fmla="*/ 5127010 w 5127010"/>
              <a:gd name="connsiteY2" fmla="*/ 2185368 h 3410153"/>
              <a:gd name="connsiteX3" fmla="*/ 2708729 w 5127010"/>
              <a:gd name="connsiteY3" fmla="*/ 3408862 h 3410153"/>
              <a:gd name="connsiteX4" fmla="*/ 7253 w 5127010"/>
              <a:gd name="connsiteY4" fmla="*/ 3410153 h 3410153"/>
              <a:gd name="connsiteX5" fmla="*/ 473 w 5127010"/>
              <a:gd name="connsiteY5" fmla="*/ 0 h 3410153"/>
              <a:gd name="connsiteX0" fmla="*/ 473 w 5127010"/>
              <a:gd name="connsiteY0" fmla="*/ 0 h 3410153"/>
              <a:gd name="connsiteX1" fmla="*/ 4201694 w 5127010"/>
              <a:gd name="connsiteY1" fmla="*/ 18462 h 3410153"/>
              <a:gd name="connsiteX2" fmla="*/ 5127010 w 5127010"/>
              <a:gd name="connsiteY2" fmla="*/ 2185368 h 3410153"/>
              <a:gd name="connsiteX3" fmla="*/ 2708729 w 5127010"/>
              <a:gd name="connsiteY3" fmla="*/ 3408862 h 3410153"/>
              <a:gd name="connsiteX4" fmla="*/ 7253 w 5127010"/>
              <a:gd name="connsiteY4" fmla="*/ 3410153 h 3410153"/>
              <a:gd name="connsiteX5" fmla="*/ 473 w 5127010"/>
              <a:gd name="connsiteY5" fmla="*/ 0 h 341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27010" h="3410153">
                <a:moveTo>
                  <a:pt x="473" y="0"/>
                </a:moveTo>
                <a:lnTo>
                  <a:pt x="4201694" y="18462"/>
                </a:lnTo>
                <a:lnTo>
                  <a:pt x="5127010" y="2185368"/>
                </a:lnTo>
                <a:lnTo>
                  <a:pt x="2708729" y="3408862"/>
                </a:lnTo>
                <a:lnTo>
                  <a:pt x="7253" y="3410153"/>
                </a:lnTo>
                <a:cubicBezTo>
                  <a:pt x="10316" y="2299701"/>
                  <a:pt x="-2590" y="1110452"/>
                  <a:pt x="473" y="0"/>
                </a:cubicBezTo>
                <a:close/>
              </a:path>
            </a:pathLst>
          </a:custGeom>
          <a:solidFill>
            <a:srgbClr val="E7F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9CC2D146-C969-E9E9-9035-8EF4AD4C11DA}"/>
              </a:ext>
            </a:extLst>
          </p:cNvPr>
          <p:cNvSpPr/>
          <p:nvPr/>
        </p:nvSpPr>
        <p:spPr>
          <a:xfrm>
            <a:off x="-19050" y="1314450"/>
            <a:ext cx="4724400" cy="1836618"/>
          </a:xfrm>
          <a:custGeom>
            <a:avLst/>
            <a:gdLst>
              <a:gd name="connsiteX0" fmla="*/ 0 w 4724400"/>
              <a:gd name="connsiteY0" fmla="*/ 0 h 1866900"/>
              <a:gd name="connsiteX1" fmla="*/ 4724400 w 4724400"/>
              <a:gd name="connsiteY1" fmla="*/ 0 h 1866900"/>
              <a:gd name="connsiteX2" fmla="*/ 3949700 w 4724400"/>
              <a:gd name="connsiteY2" fmla="*/ 1866900 h 1866900"/>
              <a:gd name="connsiteX3" fmla="*/ 12700 w 4724400"/>
              <a:gd name="connsiteY3" fmla="*/ 1866900 h 1866900"/>
              <a:gd name="connsiteX4" fmla="*/ 0 w 4724400"/>
              <a:gd name="connsiteY4" fmla="*/ 0 h 1866900"/>
              <a:gd name="connsiteX0" fmla="*/ 0 w 4724400"/>
              <a:gd name="connsiteY0" fmla="*/ 0 h 1866900"/>
              <a:gd name="connsiteX1" fmla="*/ 4724400 w 4724400"/>
              <a:gd name="connsiteY1" fmla="*/ 0 h 1866900"/>
              <a:gd name="connsiteX2" fmla="*/ 4273550 w 4724400"/>
              <a:gd name="connsiteY2" fmla="*/ 1860400 h 1866900"/>
              <a:gd name="connsiteX3" fmla="*/ 12700 w 4724400"/>
              <a:gd name="connsiteY3" fmla="*/ 1866900 h 1866900"/>
              <a:gd name="connsiteX4" fmla="*/ 0 w 4724400"/>
              <a:gd name="connsiteY4" fmla="*/ 0 h 1866900"/>
              <a:gd name="connsiteX0" fmla="*/ 0 w 4724400"/>
              <a:gd name="connsiteY0" fmla="*/ 0 h 1879899"/>
              <a:gd name="connsiteX1" fmla="*/ 4724400 w 4724400"/>
              <a:gd name="connsiteY1" fmla="*/ 0 h 1879899"/>
              <a:gd name="connsiteX2" fmla="*/ 4254500 w 4724400"/>
              <a:gd name="connsiteY2" fmla="*/ 1879899 h 1879899"/>
              <a:gd name="connsiteX3" fmla="*/ 12700 w 4724400"/>
              <a:gd name="connsiteY3" fmla="*/ 1866900 h 1879899"/>
              <a:gd name="connsiteX4" fmla="*/ 0 w 4724400"/>
              <a:gd name="connsiteY4" fmla="*/ 0 h 1879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4400" h="1879899">
                <a:moveTo>
                  <a:pt x="0" y="0"/>
                </a:moveTo>
                <a:lnTo>
                  <a:pt x="4724400" y="0"/>
                </a:lnTo>
                <a:lnTo>
                  <a:pt x="4254500" y="1879899"/>
                </a:lnTo>
                <a:lnTo>
                  <a:pt x="12700" y="1866900"/>
                </a:lnTo>
                <a:cubicBezTo>
                  <a:pt x="14817" y="1240367"/>
                  <a:pt x="16933" y="613833"/>
                  <a:pt x="0" y="0"/>
                </a:cubicBezTo>
                <a:close/>
              </a:path>
            </a:pathLst>
          </a:custGeom>
          <a:solidFill>
            <a:srgbClr val="D7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itre 25">
            <a:extLst>
              <a:ext uri="{FF2B5EF4-FFF2-40B4-BE49-F238E27FC236}">
                <a16:creationId xmlns:a16="http://schemas.microsoft.com/office/drawing/2014/main" id="{30D359DE-1ACD-3848-3655-2A93AF96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all" dirty="0"/>
              <a:t>Lorsque je suis convoqué(e) en Visite Médicale :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57EC27-742E-EA2A-BF94-E83E8C4BAFA8}"/>
              </a:ext>
            </a:extLst>
          </p:cNvPr>
          <p:cNvSpPr txBox="1"/>
          <p:nvPr/>
        </p:nvSpPr>
        <p:spPr>
          <a:xfrm>
            <a:off x="527050" y="1454643"/>
            <a:ext cx="368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Dans votre planning vous voyez votre absence pour visite médicale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5C0D462-110E-C733-0EB4-85D5312E9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1" y="2172988"/>
            <a:ext cx="2706350" cy="7981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C548C7A-BBF6-3B27-DC52-47CCF0972027}"/>
              </a:ext>
            </a:extLst>
          </p:cNvPr>
          <p:cNvSpPr txBox="1"/>
          <p:nvPr/>
        </p:nvSpPr>
        <p:spPr>
          <a:xfrm>
            <a:off x="2730139" y="3912982"/>
            <a:ext cx="18233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0F2D3E"/>
                </a:solidFill>
              </a:rPr>
              <a:t>En cliquant sur l’absence vous pouvez télécharger votre convocation  dans la </a:t>
            </a:r>
            <a:r>
              <a:rPr lang="fr-FR" sz="1400" b="1" dirty="0">
                <a:solidFill>
                  <a:srgbClr val="0F2D3E"/>
                </a:solidFill>
              </a:rPr>
              <a:t>Pièce-Jointe</a:t>
            </a:r>
            <a:r>
              <a:rPr lang="fr-FR" sz="1400" dirty="0">
                <a:solidFill>
                  <a:srgbClr val="0F2D3E"/>
                </a:solidFill>
              </a:rPr>
              <a:t>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8A8D72C-53FA-6299-AD39-99D59CBB8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00" y="3314920"/>
            <a:ext cx="2299092" cy="3061603"/>
          </a:xfrm>
          <a:prstGeom prst="rect">
            <a:avLst/>
          </a:prstGeom>
        </p:spPr>
      </p:pic>
      <p:grpSp>
        <p:nvGrpSpPr>
          <p:cNvPr id="56" name="Groupe 55">
            <a:extLst>
              <a:ext uri="{FF2B5EF4-FFF2-40B4-BE49-F238E27FC236}">
                <a16:creationId xmlns:a16="http://schemas.microsoft.com/office/drawing/2014/main" id="{4A1A416C-B0E6-80AD-527E-8E5CD9EE9918}"/>
              </a:ext>
            </a:extLst>
          </p:cNvPr>
          <p:cNvGrpSpPr/>
          <p:nvPr/>
        </p:nvGrpSpPr>
        <p:grpSpPr>
          <a:xfrm>
            <a:off x="7345481" y="1367532"/>
            <a:ext cx="4198818" cy="1049341"/>
            <a:chOff x="7345481" y="1367532"/>
            <a:chExt cx="4198818" cy="1049341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67459FF4-348C-109D-F87B-1D2E347C6976}"/>
                </a:ext>
              </a:extLst>
            </p:cNvPr>
            <p:cNvSpPr txBox="1"/>
            <p:nvPr/>
          </p:nvSpPr>
          <p:spPr>
            <a:xfrm>
              <a:off x="7345481" y="1367532"/>
              <a:ext cx="30112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fr-FR" sz="1400" dirty="0"/>
                <a:t>Vous pouvez retrouver votre convocation à la visite médicale sur l’application </a:t>
              </a:r>
              <a:r>
                <a:rPr lang="fr-FR" sz="1400" dirty="0" err="1"/>
                <a:t>myEurécia</a:t>
              </a:r>
              <a:r>
                <a:rPr lang="fr-FR" sz="1400" dirty="0"/>
                <a:t>  Au jour de votre visite médicale. </a:t>
              </a:r>
            </a:p>
          </p:txBody>
        </p:sp>
        <p:pic>
          <p:nvPicPr>
            <p:cNvPr id="19" name="Image 18" descr="Une image contenant symbole, logo, cercle, Graphique&#10;&#10;Description générée automatiquement">
              <a:extLst>
                <a:ext uri="{FF2B5EF4-FFF2-40B4-BE49-F238E27FC236}">
                  <a16:creationId xmlns:a16="http://schemas.microsoft.com/office/drawing/2014/main" id="{6B259439-AFC8-41A2-B47B-B44F2F5A0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8336" y="1433623"/>
              <a:ext cx="935963" cy="983250"/>
            </a:xfrm>
            <a:prstGeom prst="rect">
              <a:avLst/>
            </a:prstGeom>
          </p:spPr>
        </p:pic>
      </p:grpSp>
      <p:cxnSp>
        <p:nvCxnSpPr>
          <p:cNvPr id="38" name="Connecteur : en arc 37">
            <a:extLst>
              <a:ext uri="{FF2B5EF4-FFF2-40B4-BE49-F238E27FC236}">
                <a16:creationId xmlns:a16="http://schemas.microsoft.com/office/drawing/2014/main" id="{772B9BA3-A906-09CC-5258-083A1B94E6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24537" y="2874462"/>
            <a:ext cx="1125332" cy="951707"/>
          </a:xfrm>
          <a:prstGeom prst="curvedConnector3">
            <a:avLst>
              <a:gd name="adj1" fmla="val 50000"/>
            </a:avLst>
          </a:prstGeom>
          <a:ln w="57150">
            <a:solidFill>
              <a:srgbClr val="F30B5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9" name="Image 58" descr="Une image contenant habits, animation japonaise, illustration, Animation&#10;&#10;Description générée automatiquement">
            <a:extLst>
              <a:ext uri="{FF2B5EF4-FFF2-40B4-BE49-F238E27FC236}">
                <a16:creationId xmlns:a16="http://schemas.microsoft.com/office/drawing/2014/main" id="{CFA2D2B8-D8EC-6DB1-5A1D-28CA578F02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441" y="4219932"/>
            <a:ext cx="3861657" cy="2676838"/>
          </a:xfrm>
          <a:prstGeom prst="rect">
            <a:avLst/>
          </a:prstGeom>
        </p:spPr>
      </p:pic>
      <p:grpSp>
        <p:nvGrpSpPr>
          <p:cNvPr id="37" name="Groupe 36">
            <a:extLst>
              <a:ext uri="{FF2B5EF4-FFF2-40B4-BE49-F238E27FC236}">
                <a16:creationId xmlns:a16="http://schemas.microsoft.com/office/drawing/2014/main" id="{667311AE-0A5F-ED4D-2A5D-1F1478952DB4}"/>
              </a:ext>
            </a:extLst>
          </p:cNvPr>
          <p:cNvGrpSpPr/>
          <p:nvPr/>
        </p:nvGrpSpPr>
        <p:grpSpPr>
          <a:xfrm>
            <a:off x="4899144" y="2245575"/>
            <a:ext cx="2286000" cy="2286000"/>
            <a:chOff x="4899144" y="2444750"/>
            <a:chExt cx="2286000" cy="2286000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1670580D-E04A-A18A-9F8D-71F93A892BE4}"/>
                </a:ext>
              </a:extLst>
            </p:cNvPr>
            <p:cNvSpPr/>
            <p:nvPr/>
          </p:nvSpPr>
          <p:spPr>
            <a:xfrm>
              <a:off x="4899144" y="2444750"/>
              <a:ext cx="2286000" cy="2286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9" name="Image 28" descr="Une image contenant noir, obscurité&#10;&#10;Description générée automatiquement">
              <a:extLst>
                <a:ext uri="{FF2B5EF4-FFF2-40B4-BE49-F238E27FC236}">
                  <a16:creationId xmlns:a16="http://schemas.microsoft.com/office/drawing/2014/main" id="{C2B5E249-0407-0969-7A55-5A492FE77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6944" y="3429000"/>
              <a:ext cx="1290401" cy="985544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C266F43C-7303-5010-5FD0-361B29D68D88}"/>
                </a:ext>
              </a:extLst>
            </p:cNvPr>
            <p:cNvSpPr txBox="1"/>
            <p:nvPr/>
          </p:nvSpPr>
          <p:spPr>
            <a:xfrm>
              <a:off x="5131534" y="2721114"/>
              <a:ext cx="18212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cap="all" dirty="0">
                  <a:latin typeface="+mj-lt"/>
                </a:rPr>
                <a:t>Tout se passe sur</a:t>
              </a:r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27F6A27B-19A9-C2BF-73C9-6E7877E33556}"/>
              </a:ext>
            </a:extLst>
          </p:cNvPr>
          <p:cNvGrpSpPr/>
          <p:nvPr/>
        </p:nvGrpSpPr>
        <p:grpSpPr>
          <a:xfrm>
            <a:off x="7424420" y="2679700"/>
            <a:ext cx="4818380" cy="3424908"/>
            <a:chOff x="7424420" y="2679700"/>
            <a:chExt cx="4818380" cy="3424908"/>
          </a:xfrm>
        </p:grpSpPr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22C31AEB-C150-35C6-EE0C-5F55CA77D720}"/>
                </a:ext>
              </a:extLst>
            </p:cNvPr>
            <p:cNvSpPr/>
            <p:nvPr/>
          </p:nvSpPr>
          <p:spPr>
            <a:xfrm>
              <a:off x="7424420" y="2679700"/>
              <a:ext cx="4818380" cy="3424908"/>
            </a:xfrm>
            <a:custGeom>
              <a:avLst/>
              <a:gdLst>
                <a:gd name="connsiteX0" fmla="*/ 4762500 w 4800600"/>
                <a:gd name="connsiteY0" fmla="*/ 0 h 3994150"/>
                <a:gd name="connsiteX1" fmla="*/ 406400 w 4800600"/>
                <a:gd name="connsiteY1" fmla="*/ 31750 h 3994150"/>
                <a:gd name="connsiteX2" fmla="*/ 0 w 4800600"/>
                <a:gd name="connsiteY2" fmla="*/ 806450 h 3994150"/>
                <a:gd name="connsiteX3" fmla="*/ 196850 w 4800600"/>
                <a:gd name="connsiteY3" fmla="*/ 3994150 h 3994150"/>
                <a:gd name="connsiteX4" fmla="*/ 4800600 w 4800600"/>
                <a:gd name="connsiteY4" fmla="*/ 3981450 h 3994150"/>
                <a:gd name="connsiteX5" fmla="*/ 4762500 w 4800600"/>
                <a:gd name="connsiteY5" fmla="*/ 0 h 3994150"/>
                <a:gd name="connsiteX0" fmla="*/ 5302250 w 5340350"/>
                <a:gd name="connsiteY0" fmla="*/ 0 h 3994150"/>
                <a:gd name="connsiteX1" fmla="*/ 946150 w 5340350"/>
                <a:gd name="connsiteY1" fmla="*/ 31750 h 3994150"/>
                <a:gd name="connsiteX2" fmla="*/ 0 w 5340350"/>
                <a:gd name="connsiteY2" fmla="*/ 2952750 h 3994150"/>
                <a:gd name="connsiteX3" fmla="*/ 736600 w 5340350"/>
                <a:gd name="connsiteY3" fmla="*/ 3994150 h 3994150"/>
                <a:gd name="connsiteX4" fmla="*/ 5340350 w 5340350"/>
                <a:gd name="connsiteY4" fmla="*/ 3981450 h 3994150"/>
                <a:gd name="connsiteX5" fmla="*/ 5302250 w 5340350"/>
                <a:gd name="connsiteY5" fmla="*/ 0 h 3994150"/>
                <a:gd name="connsiteX0" fmla="*/ 5302250 w 5340350"/>
                <a:gd name="connsiteY0" fmla="*/ 0 h 3994150"/>
                <a:gd name="connsiteX1" fmla="*/ 774700 w 5340350"/>
                <a:gd name="connsiteY1" fmla="*/ 234950 h 3994150"/>
                <a:gd name="connsiteX2" fmla="*/ 0 w 5340350"/>
                <a:gd name="connsiteY2" fmla="*/ 2952750 h 3994150"/>
                <a:gd name="connsiteX3" fmla="*/ 736600 w 5340350"/>
                <a:gd name="connsiteY3" fmla="*/ 3994150 h 3994150"/>
                <a:gd name="connsiteX4" fmla="*/ 5340350 w 5340350"/>
                <a:gd name="connsiteY4" fmla="*/ 3981450 h 3994150"/>
                <a:gd name="connsiteX5" fmla="*/ 5302250 w 5340350"/>
                <a:gd name="connsiteY5" fmla="*/ 0 h 3994150"/>
                <a:gd name="connsiteX0" fmla="*/ 5302250 w 5340350"/>
                <a:gd name="connsiteY0" fmla="*/ 0 h 3994150"/>
                <a:gd name="connsiteX1" fmla="*/ 787400 w 5340350"/>
                <a:gd name="connsiteY1" fmla="*/ 69850 h 3994150"/>
                <a:gd name="connsiteX2" fmla="*/ 0 w 5340350"/>
                <a:gd name="connsiteY2" fmla="*/ 2952750 h 3994150"/>
                <a:gd name="connsiteX3" fmla="*/ 736600 w 5340350"/>
                <a:gd name="connsiteY3" fmla="*/ 3994150 h 3994150"/>
                <a:gd name="connsiteX4" fmla="*/ 5340350 w 5340350"/>
                <a:gd name="connsiteY4" fmla="*/ 3981450 h 3994150"/>
                <a:gd name="connsiteX5" fmla="*/ 5302250 w 5340350"/>
                <a:gd name="connsiteY5" fmla="*/ 0 h 3994150"/>
                <a:gd name="connsiteX0" fmla="*/ 5302250 w 5340350"/>
                <a:gd name="connsiteY0" fmla="*/ 57150 h 4051300"/>
                <a:gd name="connsiteX1" fmla="*/ 825500 w 5340350"/>
                <a:gd name="connsiteY1" fmla="*/ 0 h 4051300"/>
                <a:gd name="connsiteX2" fmla="*/ 0 w 5340350"/>
                <a:gd name="connsiteY2" fmla="*/ 3009900 h 4051300"/>
                <a:gd name="connsiteX3" fmla="*/ 736600 w 5340350"/>
                <a:gd name="connsiteY3" fmla="*/ 4051300 h 4051300"/>
                <a:gd name="connsiteX4" fmla="*/ 5340350 w 5340350"/>
                <a:gd name="connsiteY4" fmla="*/ 4038600 h 4051300"/>
                <a:gd name="connsiteX5" fmla="*/ 5302250 w 5340350"/>
                <a:gd name="connsiteY5" fmla="*/ 57150 h 4051300"/>
                <a:gd name="connsiteX0" fmla="*/ 5302250 w 5340350"/>
                <a:gd name="connsiteY0" fmla="*/ 0 h 4178300"/>
                <a:gd name="connsiteX1" fmla="*/ 825500 w 5340350"/>
                <a:gd name="connsiteY1" fmla="*/ 127000 h 4178300"/>
                <a:gd name="connsiteX2" fmla="*/ 0 w 5340350"/>
                <a:gd name="connsiteY2" fmla="*/ 3136900 h 4178300"/>
                <a:gd name="connsiteX3" fmla="*/ 736600 w 5340350"/>
                <a:gd name="connsiteY3" fmla="*/ 4178300 h 4178300"/>
                <a:gd name="connsiteX4" fmla="*/ 5340350 w 5340350"/>
                <a:gd name="connsiteY4" fmla="*/ 4165600 h 4178300"/>
                <a:gd name="connsiteX5" fmla="*/ 5302250 w 5340350"/>
                <a:gd name="connsiteY5" fmla="*/ 0 h 4178300"/>
                <a:gd name="connsiteX0" fmla="*/ 5302250 w 5340350"/>
                <a:gd name="connsiteY0" fmla="*/ 0 h 4178300"/>
                <a:gd name="connsiteX1" fmla="*/ 533400 w 5340350"/>
                <a:gd name="connsiteY1" fmla="*/ 127000 h 4178300"/>
                <a:gd name="connsiteX2" fmla="*/ 0 w 5340350"/>
                <a:gd name="connsiteY2" fmla="*/ 3136900 h 4178300"/>
                <a:gd name="connsiteX3" fmla="*/ 736600 w 5340350"/>
                <a:gd name="connsiteY3" fmla="*/ 4178300 h 4178300"/>
                <a:gd name="connsiteX4" fmla="*/ 5340350 w 5340350"/>
                <a:gd name="connsiteY4" fmla="*/ 4165600 h 4178300"/>
                <a:gd name="connsiteX5" fmla="*/ 5302250 w 5340350"/>
                <a:gd name="connsiteY5" fmla="*/ 0 h 4178300"/>
                <a:gd name="connsiteX0" fmla="*/ 4768850 w 4806950"/>
                <a:gd name="connsiteY0" fmla="*/ 0 h 4178300"/>
                <a:gd name="connsiteX1" fmla="*/ 0 w 4806950"/>
                <a:gd name="connsiteY1" fmla="*/ 127000 h 4178300"/>
                <a:gd name="connsiteX2" fmla="*/ 203200 w 4806950"/>
                <a:gd name="connsiteY2" fmla="*/ 4178300 h 4178300"/>
                <a:gd name="connsiteX3" fmla="*/ 4806950 w 4806950"/>
                <a:gd name="connsiteY3" fmla="*/ 4165600 h 4178300"/>
                <a:gd name="connsiteX4" fmla="*/ 4768850 w 4806950"/>
                <a:gd name="connsiteY4" fmla="*/ 0 h 4178300"/>
                <a:gd name="connsiteX0" fmla="*/ 4997450 w 5035550"/>
                <a:gd name="connsiteY0" fmla="*/ 0 h 4216916"/>
                <a:gd name="connsiteX1" fmla="*/ 228600 w 5035550"/>
                <a:gd name="connsiteY1" fmla="*/ 127000 h 4216916"/>
                <a:gd name="connsiteX2" fmla="*/ 0 w 5035550"/>
                <a:gd name="connsiteY2" fmla="*/ 4216916 h 4216916"/>
                <a:gd name="connsiteX3" fmla="*/ 5035550 w 5035550"/>
                <a:gd name="connsiteY3" fmla="*/ 4165600 h 4216916"/>
                <a:gd name="connsiteX4" fmla="*/ 4997450 w 5035550"/>
                <a:gd name="connsiteY4" fmla="*/ 0 h 4216916"/>
                <a:gd name="connsiteX0" fmla="*/ 4997450 w 5035550"/>
                <a:gd name="connsiteY0" fmla="*/ 0 h 4216916"/>
                <a:gd name="connsiteX1" fmla="*/ 217170 w 5035550"/>
                <a:gd name="connsiteY1" fmla="*/ 182608 h 4216916"/>
                <a:gd name="connsiteX2" fmla="*/ 0 w 5035550"/>
                <a:gd name="connsiteY2" fmla="*/ 4216916 h 4216916"/>
                <a:gd name="connsiteX3" fmla="*/ 5035550 w 5035550"/>
                <a:gd name="connsiteY3" fmla="*/ 4165600 h 4216916"/>
                <a:gd name="connsiteX4" fmla="*/ 4997450 w 5035550"/>
                <a:gd name="connsiteY4" fmla="*/ 0 h 4216916"/>
                <a:gd name="connsiteX0" fmla="*/ 4780280 w 4818380"/>
                <a:gd name="connsiteY0" fmla="*/ 0 h 4367023"/>
                <a:gd name="connsiteX1" fmla="*/ 0 w 4818380"/>
                <a:gd name="connsiteY1" fmla="*/ 182608 h 4367023"/>
                <a:gd name="connsiteX2" fmla="*/ 35272 w 4818380"/>
                <a:gd name="connsiteY2" fmla="*/ 4367023 h 4367023"/>
                <a:gd name="connsiteX3" fmla="*/ 4818380 w 4818380"/>
                <a:gd name="connsiteY3" fmla="*/ 4165600 h 4367023"/>
                <a:gd name="connsiteX4" fmla="*/ 4780280 w 4818380"/>
                <a:gd name="connsiteY4" fmla="*/ 0 h 4367023"/>
                <a:gd name="connsiteX0" fmla="*/ 4780280 w 4818380"/>
                <a:gd name="connsiteY0" fmla="*/ 0 h 4165600"/>
                <a:gd name="connsiteX1" fmla="*/ 0 w 4818380"/>
                <a:gd name="connsiteY1" fmla="*/ 182608 h 4165600"/>
                <a:gd name="connsiteX2" fmla="*/ 125029 w 4818380"/>
                <a:gd name="connsiteY2" fmla="*/ 3848473 h 4165600"/>
                <a:gd name="connsiteX3" fmla="*/ 4818380 w 4818380"/>
                <a:gd name="connsiteY3" fmla="*/ 4165600 h 4165600"/>
                <a:gd name="connsiteX4" fmla="*/ 4780280 w 4818380"/>
                <a:gd name="connsiteY4" fmla="*/ 0 h 416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18380" h="4165600">
                  <a:moveTo>
                    <a:pt x="4780280" y="0"/>
                  </a:moveTo>
                  <a:lnTo>
                    <a:pt x="0" y="182608"/>
                  </a:lnTo>
                  <a:lnTo>
                    <a:pt x="125029" y="3848473"/>
                  </a:lnTo>
                  <a:lnTo>
                    <a:pt x="4818380" y="4165600"/>
                  </a:lnTo>
                  <a:lnTo>
                    <a:pt x="4780280" y="0"/>
                  </a:lnTo>
                  <a:close/>
                </a:path>
              </a:pathLst>
            </a:custGeom>
            <a:solidFill>
              <a:srgbClr val="E7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E5EF6CCF-272B-CFF5-2377-374606013984}"/>
                </a:ext>
              </a:extLst>
            </p:cNvPr>
            <p:cNvSpPr txBox="1"/>
            <p:nvPr/>
          </p:nvSpPr>
          <p:spPr>
            <a:xfrm>
              <a:off x="7561767" y="2971130"/>
              <a:ext cx="4351333" cy="28007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cap="all" dirty="0">
                  <a:latin typeface="+mj-lt"/>
                </a:rPr>
                <a:t>Date de la visite médicale : </a:t>
              </a:r>
            </a:p>
            <a:p>
              <a:endParaRPr lang="fr-FR" sz="1600" dirty="0">
                <a:latin typeface="+mj-lt"/>
              </a:endParaRPr>
            </a:p>
            <a:p>
              <a:r>
                <a:rPr lang="fr-FR" sz="1400" dirty="0"/>
                <a:t>Le service Administration du Personnel ne choisit pas les créneaux de visite médicale. Ils sont imposés par le centre de santé</a:t>
              </a:r>
            </a:p>
            <a:p>
              <a:endParaRPr lang="fr-FR" sz="14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En cas d’imprévu : Prévenir le service ADP le plus tôt possible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14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dirty="0"/>
                <a:t>En cas de retard : appeler le centre médical</a:t>
              </a:r>
            </a:p>
            <a:p>
              <a:r>
                <a:rPr lang="fr-FR" sz="1400" dirty="0"/>
                <a:t>	</a:t>
              </a:r>
            </a:p>
            <a:p>
              <a:r>
                <a:rPr lang="fr-FR" sz="1400" dirty="0"/>
                <a:t>       </a:t>
              </a:r>
              <a:r>
                <a:rPr lang="fr-FR" sz="1400" dirty="0">
                  <a:solidFill>
                    <a:srgbClr val="F30B5E"/>
                  </a:solidFill>
                </a:rPr>
                <a:t>numéro sur votre convocation.</a:t>
              </a:r>
            </a:p>
          </p:txBody>
        </p:sp>
      </p:grpSp>
      <p:cxnSp>
        <p:nvCxnSpPr>
          <p:cNvPr id="45" name="Connecteur : en arc 44">
            <a:extLst>
              <a:ext uri="{FF2B5EF4-FFF2-40B4-BE49-F238E27FC236}">
                <a16:creationId xmlns:a16="http://schemas.microsoft.com/office/drawing/2014/main" id="{24802719-5EB8-825F-0352-C2B8E8DA871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529628" y="5301276"/>
            <a:ext cx="684395" cy="308538"/>
          </a:xfrm>
          <a:prstGeom prst="curvedConnector3">
            <a:avLst>
              <a:gd name="adj1" fmla="val 50000"/>
            </a:avLst>
          </a:prstGeom>
          <a:ln w="57150">
            <a:solidFill>
              <a:srgbClr val="F30B5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76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5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8" grpId="0" animBg="1"/>
      <p:bldP spid="21" grpId="0" animBg="1"/>
      <p:bldP spid="15" grpId="0" animBg="1"/>
      <p:bldP spid="7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2898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FMS">
      <a:dk1>
        <a:srgbClr val="3C3D3C"/>
      </a:dk1>
      <a:lt1>
        <a:srgbClr val="FFFFFF"/>
      </a:lt1>
      <a:dk2>
        <a:srgbClr val="3C3D3C"/>
      </a:dk2>
      <a:lt2>
        <a:srgbClr val="FFFFFF"/>
      </a:lt2>
      <a:accent1>
        <a:srgbClr val="30ABDC"/>
      </a:accent1>
      <a:accent2>
        <a:srgbClr val="EB5D12"/>
      </a:accent2>
      <a:accent3>
        <a:srgbClr val="B2539A"/>
      </a:accent3>
      <a:accent4>
        <a:srgbClr val="38B5A7"/>
      </a:accent4>
      <a:accent5>
        <a:srgbClr val="139439"/>
      </a:accent5>
      <a:accent6>
        <a:srgbClr val="000000"/>
      </a:accent6>
      <a:hlink>
        <a:srgbClr val="30ABDC"/>
      </a:hlink>
      <a:folHlink>
        <a:srgbClr val="EB5D12"/>
      </a:folHlink>
    </a:clrScheme>
    <a:fontScheme name="Personnalisé 2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Grand écran</PresentationFormat>
  <Paragraphs>46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Arial</vt:lpstr>
      <vt:lpstr>Calibri</vt:lpstr>
      <vt:lpstr>Lato</vt:lpstr>
      <vt:lpstr>Lato Black</vt:lpstr>
      <vt:lpstr>Lato italic</vt:lpstr>
      <vt:lpstr>Wingdings</vt:lpstr>
      <vt:lpstr>Thème Office</vt:lpstr>
      <vt:lpstr>Visite Médicale </vt:lpstr>
      <vt:lpstr>Qu’est-ce que la Visite Médicale du Travail ? </vt:lpstr>
      <vt:lpstr>Lorsque je suis convoqué(e) en Visite Médicale :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Ghislain FOUSSET MARTIAL</dc:creator>
  <cp:lastModifiedBy>Ghislain FOUSSET MARTIAL</cp:lastModifiedBy>
  <cp:revision>191</cp:revision>
  <dcterms:created xsi:type="dcterms:W3CDTF">2024-02-09T11:39:07Z</dcterms:created>
  <dcterms:modified xsi:type="dcterms:W3CDTF">2024-06-06T08:36:26Z</dcterms:modified>
</cp:coreProperties>
</file>